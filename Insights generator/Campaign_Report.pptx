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60" r:id="rId2"/>
    <p:sldId id="26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CFF"/>
    <a:srgbClr val="3A6EFE"/>
    <a:srgbClr val="FD8001"/>
    <a:srgbClr val="1DD477"/>
    <a:srgbClr val="00DA63"/>
    <a:srgbClr val="D153FC"/>
    <a:srgbClr val="00AC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490EE8-9656-443D-8CEA-F5D84D0AD457}" v="1" dt="2025-12-11T19:36:20.0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2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Khoder" userId="c6a34067-b092-4c5b-9d4f-fb5346a0e6d1" providerId="ADAL" clId="{280D94B2-A2A9-4C70-BCE0-EA66887A9C74}"/>
    <pc:docChg chg="custSel addSld delSld modSld delMainMaster">
      <pc:chgData name="Sara Khoder" userId="c6a34067-b092-4c5b-9d4f-fb5346a0e6d1" providerId="ADAL" clId="{280D94B2-A2A9-4C70-BCE0-EA66887A9C74}" dt="2025-12-11T21:00:14.513" v="5" actId="2696"/>
      <pc:docMkLst>
        <pc:docMk/>
      </pc:docMkLst>
      <pc:sldChg chg="del">
        <pc:chgData name="Sara Khoder" userId="c6a34067-b092-4c5b-9d4f-fb5346a0e6d1" providerId="ADAL" clId="{280D94B2-A2A9-4C70-BCE0-EA66887A9C74}" dt="2025-12-10T21:36:39.025" v="0" actId="2696"/>
        <pc:sldMkLst>
          <pc:docMk/>
          <pc:sldMk cId="1989009788" sldId="256"/>
        </pc:sldMkLst>
      </pc:sldChg>
      <pc:sldChg chg="del">
        <pc:chgData name="Sara Khoder" userId="c6a34067-b092-4c5b-9d4f-fb5346a0e6d1" providerId="ADAL" clId="{280D94B2-A2A9-4C70-BCE0-EA66887A9C74}" dt="2025-12-11T21:00:14.513" v="5" actId="2696"/>
        <pc:sldMkLst>
          <pc:docMk/>
          <pc:sldMk cId="0" sldId="262"/>
        </pc:sldMkLst>
      </pc:sldChg>
      <pc:sldChg chg="delSp new del mod">
        <pc:chgData name="Sara Khoder" userId="c6a34067-b092-4c5b-9d4f-fb5346a0e6d1" providerId="ADAL" clId="{280D94B2-A2A9-4C70-BCE0-EA66887A9C74}" dt="2025-12-11T20:16:34.215" v="4" actId="2696"/>
        <pc:sldMkLst>
          <pc:docMk/>
          <pc:sldMk cId="3321222371" sldId="262"/>
        </pc:sldMkLst>
        <pc:spChg chg="del">
          <ac:chgData name="Sara Khoder" userId="c6a34067-b092-4c5b-9d4f-fb5346a0e6d1" providerId="ADAL" clId="{280D94B2-A2A9-4C70-BCE0-EA66887A9C74}" dt="2025-12-11T20:14:51.702" v="3" actId="478"/>
          <ac:spMkLst>
            <pc:docMk/>
            <pc:sldMk cId="3321222371" sldId="262"/>
            <ac:spMk id="2" creationId="{00C535B7-C82B-6957-6127-F51A82E34ED3}"/>
          </ac:spMkLst>
        </pc:spChg>
        <pc:spChg chg="del">
          <ac:chgData name="Sara Khoder" userId="c6a34067-b092-4c5b-9d4f-fb5346a0e6d1" providerId="ADAL" clId="{280D94B2-A2A9-4C70-BCE0-EA66887A9C74}" dt="2025-12-11T20:14:50.486" v="2" actId="478"/>
          <ac:spMkLst>
            <pc:docMk/>
            <pc:sldMk cId="3321222371" sldId="262"/>
            <ac:spMk id="3" creationId="{AF148E7A-C327-04DF-81AF-40B56E61DB40}"/>
          </ac:spMkLst>
        </pc:spChg>
      </pc:sldChg>
      <pc:sldChg chg="del">
        <pc:chgData name="Sara Khoder" userId="c6a34067-b092-4c5b-9d4f-fb5346a0e6d1" providerId="ADAL" clId="{280D94B2-A2A9-4C70-BCE0-EA66887A9C74}" dt="2025-12-11T21:00:14.513" v="5" actId="2696"/>
        <pc:sldMkLst>
          <pc:docMk/>
          <pc:sldMk cId="0" sldId="263"/>
        </pc:sldMkLst>
      </pc:sldChg>
      <pc:sldChg chg="del">
        <pc:chgData name="Sara Khoder" userId="c6a34067-b092-4c5b-9d4f-fb5346a0e6d1" providerId="ADAL" clId="{280D94B2-A2A9-4C70-BCE0-EA66887A9C74}" dt="2025-12-11T21:00:14.513" v="5" actId="2696"/>
        <pc:sldMkLst>
          <pc:docMk/>
          <pc:sldMk cId="0" sldId="264"/>
        </pc:sldMkLst>
      </pc:sldChg>
      <pc:sldChg chg="del">
        <pc:chgData name="Sara Khoder" userId="c6a34067-b092-4c5b-9d4f-fb5346a0e6d1" providerId="ADAL" clId="{280D94B2-A2A9-4C70-BCE0-EA66887A9C74}" dt="2025-12-11T21:00:14.513" v="5" actId="2696"/>
        <pc:sldMkLst>
          <pc:docMk/>
          <pc:sldMk cId="0" sldId="265"/>
        </pc:sldMkLst>
      </pc:sldChg>
      <pc:sldMasterChg chg="del delSldLayout">
        <pc:chgData name="Sara Khoder" userId="c6a34067-b092-4c5b-9d4f-fb5346a0e6d1" providerId="ADAL" clId="{280D94B2-A2A9-4C70-BCE0-EA66887A9C74}" dt="2025-12-10T21:36:39.025" v="0" actId="2696"/>
        <pc:sldMasterMkLst>
          <pc:docMk/>
          <pc:sldMasterMk cId="3892865264" sldId="2147483648"/>
        </pc:sldMasterMkLst>
        <pc:sldLayoutChg chg="del">
          <pc:chgData name="Sara Khoder" userId="c6a34067-b092-4c5b-9d4f-fb5346a0e6d1" providerId="ADAL" clId="{280D94B2-A2A9-4C70-BCE0-EA66887A9C74}" dt="2025-12-10T21:36:39.025" v="0" actId="2696"/>
          <pc:sldLayoutMkLst>
            <pc:docMk/>
            <pc:sldMasterMk cId="3892865264" sldId="2147483648"/>
            <pc:sldLayoutMk cId="3477931761" sldId="2147483649"/>
          </pc:sldLayoutMkLst>
        </pc:sldLayoutChg>
        <pc:sldLayoutChg chg="del">
          <pc:chgData name="Sara Khoder" userId="c6a34067-b092-4c5b-9d4f-fb5346a0e6d1" providerId="ADAL" clId="{280D94B2-A2A9-4C70-BCE0-EA66887A9C74}" dt="2025-12-10T21:36:39.025" v="0" actId="2696"/>
          <pc:sldLayoutMkLst>
            <pc:docMk/>
            <pc:sldMasterMk cId="3892865264" sldId="2147483648"/>
            <pc:sldLayoutMk cId="1550698397" sldId="2147483650"/>
          </pc:sldLayoutMkLst>
        </pc:sldLayoutChg>
        <pc:sldLayoutChg chg="del">
          <pc:chgData name="Sara Khoder" userId="c6a34067-b092-4c5b-9d4f-fb5346a0e6d1" providerId="ADAL" clId="{280D94B2-A2A9-4C70-BCE0-EA66887A9C74}" dt="2025-12-10T21:36:39.025" v="0" actId="2696"/>
          <pc:sldLayoutMkLst>
            <pc:docMk/>
            <pc:sldMasterMk cId="3892865264" sldId="2147483648"/>
            <pc:sldLayoutMk cId="144978838" sldId="2147483651"/>
          </pc:sldLayoutMkLst>
        </pc:sldLayoutChg>
        <pc:sldLayoutChg chg="del">
          <pc:chgData name="Sara Khoder" userId="c6a34067-b092-4c5b-9d4f-fb5346a0e6d1" providerId="ADAL" clId="{280D94B2-A2A9-4C70-BCE0-EA66887A9C74}" dt="2025-12-10T21:36:39.025" v="0" actId="2696"/>
          <pc:sldLayoutMkLst>
            <pc:docMk/>
            <pc:sldMasterMk cId="3892865264" sldId="2147483648"/>
            <pc:sldLayoutMk cId="2654073927" sldId="2147483652"/>
          </pc:sldLayoutMkLst>
        </pc:sldLayoutChg>
        <pc:sldLayoutChg chg="del">
          <pc:chgData name="Sara Khoder" userId="c6a34067-b092-4c5b-9d4f-fb5346a0e6d1" providerId="ADAL" clId="{280D94B2-A2A9-4C70-BCE0-EA66887A9C74}" dt="2025-12-10T21:36:39.025" v="0" actId="2696"/>
          <pc:sldLayoutMkLst>
            <pc:docMk/>
            <pc:sldMasterMk cId="3892865264" sldId="2147483648"/>
            <pc:sldLayoutMk cId="1983262462" sldId="2147483653"/>
          </pc:sldLayoutMkLst>
        </pc:sldLayoutChg>
        <pc:sldLayoutChg chg="del">
          <pc:chgData name="Sara Khoder" userId="c6a34067-b092-4c5b-9d4f-fb5346a0e6d1" providerId="ADAL" clId="{280D94B2-A2A9-4C70-BCE0-EA66887A9C74}" dt="2025-12-10T21:36:39.025" v="0" actId="2696"/>
          <pc:sldLayoutMkLst>
            <pc:docMk/>
            <pc:sldMasterMk cId="3892865264" sldId="2147483648"/>
            <pc:sldLayoutMk cId="1575043018" sldId="2147483654"/>
          </pc:sldLayoutMkLst>
        </pc:sldLayoutChg>
        <pc:sldLayoutChg chg="del">
          <pc:chgData name="Sara Khoder" userId="c6a34067-b092-4c5b-9d4f-fb5346a0e6d1" providerId="ADAL" clId="{280D94B2-A2A9-4C70-BCE0-EA66887A9C74}" dt="2025-12-10T21:36:39.025" v="0" actId="2696"/>
          <pc:sldLayoutMkLst>
            <pc:docMk/>
            <pc:sldMasterMk cId="3892865264" sldId="2147483648"/>
            <pc:sldLayoutMk cId="1793004744" sldId="2147483655"/>
          </pc:sldLayoutMkLst>
        </pc:sldLayoutChg>
        <pc:sldLayoutChg chg="del">
          <pc:chgData name="Sara Khoder" userId="c6a34067-b092-4c5b-9d4f-fb5346a0e6d1" providerId="ADAL" clId="{280D94B2-A2A9-4C70-BCE0-EA66887A9C74}" dt="2025-12-10T21:36:39.025" v="0" actId="2696"/>
          <pc:sldLayoutMkLst>
            <pc:docMk/>
            <pc:sldMasterMk cId="3892865264" sldId="2147483648"/>
            <pc:sldLayoutMk cId="2427914947" sldId="2147483656"/>
          </pc:sldLayoutMkLst>
        </pc:sldLayoutChg>
        <pc:sldLayoutChg chg="del">
          <pc:chgData name="Sara Khoder" userId="c6a34067-b092-4c5b-9d4f-fb5346a0e6d1" providerId="ADAL" clId="{280D94B2-A2A9-4C70-BCE0-EA66887A9C74}" dt="2025-12-10T21:36:39.025" v="0" actId="2696"/>
          <pc:sldLayoutMkLst>
            <pc:docMk/>
            <pc:sldMasterMk cId="3892865264" sldId="2147483648"/>
            <pc:sldLayoutMk cId="2472230201" sldId="2147483657"/>
          </pc:sldLayoutMkLst>
        </pc:sldLayoutChg>
        <pc:sldLayoutChg chg="del">
          <pc:chgData name="Sara Khoder" userId="c6a34067-b092-4c5b-9d4f-fb5346a0e6d1" providerId="ADAL" clId="{280D94B2-A2A9-4C70-BCE0-EA66887A9C74}" dt="2025-12-10T21:36:39.025" v="0" actId="2696"/>
          <pc:sldLayoutMkLst>
            <pc:docMk/>
            <pc:sldMasterMk cId="3892865264" sldId="2147483648"/>
            <pc:sldLayoutMk cId="645155598" sldId="2147483658"/>
          </pc:sldLayoutMkLst>
        </pc:sldLayoutChg>
        <pc:sldLayoutChg chg="del">
          <pc:chgData name="Sara Khoder" userId="c6a34067-b092-4c5b-9d4f-fb5346a0e6d1" providerId="ADAL" clId="{280D94B2-A2A9-4C70-BCE0-EA66887A9C74}" dt="2025-12-10T21:36:39.025" v="0" actId="2696"/>
          <pc:sldLayoutMkLst>
            <pc:docMk/>
            <pc:sldMasterMk cId="3892865264" sldId="2147483648"/>
            <pc:sldLayoutMk cId="609673106" sldId="2147483659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96B65C-5DC5-495E-961B-F879D53BF9B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6A24737-FE56-4BBF-B1DE-922EFDC40E3D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 dirty="0">
              <a:solidFill>
                <a:schemeClr val="bg1"/>
              </a:solidFill>
              <a:effectLst/>
              <a:latin typeface="Montserrat" panose="00000500000000000000" pitchFamily="50" charset="0"/>
            </a:rPr>
            <a:t>Contributes 88.6% of this campaign’s engaged visits this week.</a:t>
          </a:r>
          <a:endParaRPr lang="en-GB" sz="1100" dirty="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51224D51-E143-4702-B118-568B56F9E9F4}" type="parTrans" cxnId="{79CD44B0-F740-4A37-90F9-A816EACE0AB7}">
      <dgm:prSet/>
      <dgm:spPr/>
      <dgm:t>
        <a:bodyPr/>
        <a:lstStyle/>
        <a:p>
          <a:endParaRPr lang="en-GB" sz="110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BF9D4160-FE16-4F11-9169-B0A22498615C}" type="sibTrans" cxnId="{79CD44B0-F740-4A37-90F9-A816EACE0AB7}">
      <dgm:prSet/>
      <dgm:spPr/>
      <dgm:t>
        <a:bodyPr/>
        <a:lstStyle/>
        <a:p>
          <a:endParaRPr lang="en-GB" sz="110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B380DD59-8205-4E11-A8DB-EA00A74C9E31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 dirty="0">
              <a:solidFill>
                <a:schemeClr val="bg1"/>
              </a:solidFill>
              <a:effectLst/>
              <a:latin typeface="Montserrat" panose="00000500000000000000" pitchFamily="50" charset="0"/>
            </a:rPr>
            <a:t>Engagement rate sits at 13.8%.</a:t>
          </a:r>
          <a:endParaRPr lang="en-GB" sz="1100" dirty="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A650AE5C-80C2-49EE-A2EB-05FDC64F6C7B}" type="parTrans" cxnId="{E631AC86-821F-4F35-978A-E575A52F05E0}">
      <dgm:prSet/>
      <dgm:spPr/>
      <dgm:t>
        <a:bodyPr/>
        <a:lstStyle/>
        <a:p>
          <a:endParaRPr lang="en-GB" sz="1100"/>
        </a:p>
      </dgm:t>
    </dgm:pt>
    <dgm:pt modelId="{0326C880-7B01-46EF-A3B5-881DFD31670E}" type="sibTrans" cxnId="{E631AC86-821F-4F35-978A-E575A52F05E0}">
      <dgm:prSet/>
      <dgm:spPr/>
      <dgm:t>
        <a:bodyPr/>
        <a:lstStyle/>
        <a:p>
          <a:endParaRPr lang="en-GB" sz="1100"/>
        </a:p>
      </dgm:t>
    </dgm:pt>
    <dgm:pt modelId="{FBB506BE-488D-44F9-8590-64DE4A6A736F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>
              <a:solidFill>
                <a:schemeClr val="bg1"/>
              </a:solidFill>
              <a:effectLst/>
              <a:latin typeface="Montserrat" panose="00000500000000000000" pitchFamily="50" charset="0"/>
            </a:rPr>
            <a:t>Cost per engaged visit is £8.</a:t>
          </a:r>
          <a:endParaRPr lang="en-GB" sz="1100" dirty="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D58DAB10-A077-4549-A859-FC00811FD9BF}" type="parTrans" cxnId="{B73B3DCB-A7AA-4A2D-9B8E-D055C198BFE7}">
      <dgm:prSet/>
      <dgm:spPr/>
      <dgm:t>
        <a:bodyPr/>
        <a:lstStyle/>
        <a:p>
          <a:endParaRPr lang="en-GB" sz="1100"/>
        </a:p>
      </dgm:t>
    </dgm:pt>
    <dgm:pt modelId="{CEEAD19F-C30C-4CEC-926A-A5B1EE20C398}" type="sibTrans" cxnId="{B73B3DCB-A7AA-4A2D-9B8E-D055C198BFE7}">
      <dgm:prSet/>
      <dgm:spPr/>
      <dgm:t>
        <a:bodyPr/>
        <a:lstStyle/>
        <a:p>
          <a:endParaRPr lang="en-GB" sz="1100"/>
        </a:p>
      </dgm:t>
    </dgm:pt>
    <dgm:pt modelId="{6952C69F-B714-41E7-AC23-C94B5D087CAF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 dirty="0">
              <a:solidFill>
                <a:schemeClr val="bg1"/>
              </a:solidFill>
              <a:latin typeface="Montserrat" panose="00000500000000000000" pitchFamily="50" charset="0"/>
            </a:rPr>
            <a:t>Most efficient channel by CPE is Display at £8 per engaged visit, while Paid Social is the most expensive at £36.</a:t>
          </a:r>
          <a:endParaRPr lang="en-GB" sz="1100" dirty="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FAA35B0A-E8C8-43F2-BDD7-2D97435FCEB1}" type="parTrans" cxnId="{6AF251CF-8292-42CB-A2B6-D24500CA040F}">
      <dgm:prSet/>
      <dgm:spPr/>
      <dgm:t>
        <a:bodyPr/>
        <a:lstStyle/>
        <a:p>
          <a:endParaRPr lang="en-GB" sz="1100"/>
        </a:p>
      </dgm:t>
    </dgm:pt>
    <dgm:pt modelId="{63E1CE32-2628-4A61-B657-D04D7EC6F02B}" type="sibTrans" cxnId="{6AF251CF-8292-42CB-A2B6-D24500CA040F}">
      <dgm:prSet/>
      <dgm:spPr/>
      <dgm:t>
        <a:bodyPr/>
        <a:lstStyle/>
        <a:p>
          <a:endParaRPr lang="en-GB" sz="1100"/>
        </a:p>
      </dgm:t>
    </dgm:pt>
    <dgm:pt modelId="{14D49F92-74EB-40FC-957C-F8616CCABECE}" type="pres">
      <dgm:prSet presAssocID="{B496B65C-5DC5-495E-961B-F879D53BF9B3}" presName="linear" presStyleCnt="0">
        <dgm:presLayoutVars>
          <dgm:animLvl val="lvl"/>
          <dgm:resizeHandles val="exact"/>
        </dgm:presLayoutVars>
      </dgm:prSet>
      <dgm:spPr/>
    </dgm:pt>
    <dgm:pt modelId="{B33D79EF-396B-4A2F-B00E-77DDB9E7A48F}" type="pres">
      <dgm:prSet presAssocID="{46A24737-FE56-4BBF-B1DE-922EFDC40E3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09B4F0C-B243-4F82-AAF1-30DDAF27F2BC}" type="pres">
      <dgm:prSet presAssocID="{BF9D4160-FE16-4F11-9169-B0A22498615C}" presName="spacer" presStyleCnt="0"/>
      <dgm:spPr/>
    </dgm:pt>
    <dgm:pt modelId="{A9D0E485-EBDE-42FC-893B-017096EC7C47}" type="pres">
      <dgm:prSet presAssocID="{B380DD59-8205-4E11-A8DB-EA00A74C9E3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F81E396-2079-4795-A020-0D347663A42E}" type="pres">
      <dgm:prSet presAssocID="{0326C880-7B01-46EF-A3B5-881DFD31670E}" presName="spacer" presStyleCnt="0"/>
      <dgm:spPr/>
    </dgm:pt>
    <dgm:pt modelId="{90741602-DC7F-4CA3-BA80-69CE0D930804}" type="pres">
      <dgm:prSet presAssocID="{FBB506BE-488D-44F9-8590-64DE4A6A736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E958112-9EC3-4C40-A764-0C816EDC26E9}" type="pres">
      <dgm:prSet presAssocID="{CEEAD19F-C30C-4CEC-926A-A5B1EE20C398}" presName="spacer" presStyleCnt="0"/>
      <dgm:spPr/>
    </dgm:pt>
    <dgm:pt modelId="{16C48103-CF29-428D-B77A-1220B70EB605}" type="pres">
      <dgm:prSet presAssocID="{6952C69F-B714-41E7-AC23-C94B5D087CA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9569B14-605A-4473-B798-5D7B8FDDD62A}" type="presOf" srcId="{6952C69F-B714-41E7-AC23-C94B5D087CAF}" destId="{16C48103-CF29-428D-B77A-1220B70EB605}" srcOrd="0" destOrd="0" presId="urn:microsoft.com/office/officeart/2005/8/layout/vList2"/>
    <dgm:cxn modelId="{369A8415-FF1E-4532-A30E-8E7EF0CBC683}" type="presOf" srcId="{FBB506BE-488D-44F9-8590-64DE4A6A736F}" destId="{90741602-DC7F-4CA3-BA80-69CE0D930804}" srcOrd="0" destOrd="0" presId="urn:microsoft.com/office/officeart/2005/8/layout/vList2"/>
    <dgm:cxn modelId="{6B8DCB48-DD98-4CC5-9E3B-A0D3F1DDBDE9}" type="presOf" srcId="{B496B65C-5DC5-495E-961B-F879D53BF9B3}" destId="{14D49F92-74EB-40FC-957C-F8616CCABECE}" srcOrd="0" destOrd="0" presId="urn:microsoft.com/office/officeart/2005/8/layout/vList2"/>
    <dgm:cxn modelId="{E631AC86-821F-4F35-978A-E575A52F05E0}" srcId="{B496B65C-5DC5-495E-961B-F879D53BF9B3}" destId="{B380DD59-8205-4E11-A8DB-EA00A74C9E31}" srcOrd="1" destOrd="0" parTransId="{A650AE5C-80C2-49EE-A2EB-05FDC64F6C7B}" sibTransId="{0326C880-7B01-46EF-A3B5-881DFD31670E}"/>
    <dgm:cxn modelId="{FC51D087-1185-4962-A7E1-7886FEAF34D3}" type="presOf" srcId="{46A24737-FE56-4BBF-B1DE-922EFDC40E3D}" destId="{B33D79EF-396B-4A2F-B00E-77DDB9E7A48F}" srcOrd="0" destOrd="0" presId="urn:microsoft.com/office/officeart/2005/8/layout/vList2"/>
    <dgm:cxn modelId="{79CD44B0-F740-4A37-90F9-A816EACE0AB7}" srcId="{B496B65C-5DC5-495E-961B-F879D53BF9B3}" destId="{46A24737-FE56-4BBF-B1DE-922EFDC40E3D}" srcOrd="0" destOrd="0" parTransId="{51224D51-E143-4702-B118-568B56F9E9F4}" sibTransId="{BF9D4160-FE16-4F11-9169-B0A22498615C}"/>
    <dgm:cxn modelId="{B73B3DCB-A7AA-4A2D-9B8E-D055C198BFE7}" srcId="{B496B65C-5DC5-495E-961B-F879D53BF9B3}" destId="{FBB506BE-488D-44F9-8590-64DE4A6A736F}" srcOrd="2" destOrd="0" parTransId="{D58DAB10-A077-4549-A859-FC00811FD9BF}" sibTransId="{CEEAD19F-C30C-4CEC-926A-A5B1EE20C398}"/>
    <dgm:cxn modelId="{6AF251CF-8292-42CB-A2B6-D24500CA040F}" srcId="{B496B65C-5DC5-495E-961B-F879D53BF9B3}" destId="{6952C69F-B714-41E7-AC23-C94B5D087CAF}" srcOrd="3" destOrd="0" parTransId="{FAA35B0A-E8C8-43F2-BDD7-2D97435FCEB1}" sibTransId="{63E1CE32-2628-4A61-B657-D04D7EC6F02B}"/>
    <dgm:cxn modelId="{26CF1FF1-28F0-4669-8F3C-9F081F528E21}" type="presOf" srcId="{B380DD59-8205-4E11-A8DB-EA00A74C9E31}" destId="{A9D0E485-EBDE-42FC-893B-017096EC7C47}" srcOrd="0" destOrd="0" presId="urn:microsoft.com/office/officeart/2005/8/layout/vList2"/>
    <dgm:cxn modelId="{AFADE7D6-1EC7-4AD3-8713-0E2D65E21CE1}" type="presParOf" srcId="{14D49F92-74EB-40FC-957C-F8616CCABECE}" destId="{B33D79EF-396B-4A2F-B00E-77DDB9E7A48F}" srcOrd="0" destOrd="0" presId="urn:microsoft.com/office/officeart/2005/8/layout/vList2"/>
    <dgm:cxn modelId="{80CDD827-C14E-4F67-8C04-5B92F9524F96}" type="presParOf" srcId="{14D49F92-74EB-40FC-957C-F8616CCABECE}" destId="{509B4F0C-B243-4F82-AAF1-30DDAF27F2BC}" srcOrd="1" destOrd="0" presId="urn:microsoft.com/office/officeart/2005/8/layout/vList2"/>
    <dgm:cxn modelId="{5A792B90-71D1-4405-8AFF-CD416349FD38}" type="presParOf" srcId="{14D49F92-74EB-40FC-957C-F8616CCABECE}" destId="{A9D0E485-EBDE-42FC-893B-017096EC7C47}" srcOrd="2" destOrd="0" presId="urn:microsoft.com/office/officeart/2005/8/layout/vList2"/>
    <dgm:cxn modelId="{4BB09374-B6F5-43F6-BF44-190210E067FC}" type="presParOf" srcId="{14D49F92-74EB-40FC-957C-F8616CCABECE}" destId="{4F81E396-2079-4795-A020-0D347663A42E}" srcOrd="3" destOrd="0" presId="urn:microsoft.com/office/officeart/2005/8/layout/vList2"/>
    <dgm:cxn modelId="{798E8115-90A6-4702-A1C1-A21FF93ECC2C}" type="presParOf" srcId="{14D49F92-74EB-40FC-957C-F8616CCABECE}" destId="{90741602-DC7F-4CA3-BA80-69CE0D930804}" srcOrd="4" destOrd="0" presId="urn:microsoft.com/office/officeart/2005/8/layout/vList2"/>
    <dgm:cxn modelId="{F8A54060-10FF-4282-BBC7-902A2C9DF3E2}" type="presParOf" srcId="{14D49F92-74EB-40FC-957C-F8616CCABECE}" destId="{BE958112-9EC3-4C40-A764-0C816EDC26E9}" srcOrd="5" destOrd="0" presId="urn:microsoft.com/office/officeart/2005/8/layout/vList2"/>
    <dgm:cxn modelId="{EABE57BD-1C9F-4F01-83FB-47D865D135AE}" type="presParOf" srcId="{14D49F92-74EB-40FC-957C-F8616CCABECE}" destId="{16C48103-CF29-428D-B77A-1220B70EB60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96B65C-5DC5-495E-961B-F879D53BF9B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6A24737-FE56-4BBF-B1DE-922EFDC40E3D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 dirty="0">
              <a:latin typeface="Montserrat" panose="00000500000000000000" pitchFamily="50" charset="0"/>
            </a:rPr>
            <a:t>Contributes 11.4% of this campaign’s engaged visits this week.</a:t>
          </a:r>
        </a:p>
      </dgm:t>
    </dgm:pt>
    <dgm:pt modelId="{51224D51-E143-4702-B118-568B56F9E9F4}" type="parTrans" cxnId="{79CD44B0-F740-4A37-90F9-A816EACE0AB7}">
      <dgm:prSet/>
      <dgm:spPr/>
      <dgm:t>
        <a:bodyPr/>
        <a:lstStyle/>
        <a:p>
          <a:endParaRPr lang="en-GB" sz="110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BF9D4160-FE16-4F11-9169-B0A22498615C}" type="sibTrans" cxnId="{79CD44B0-F740-4A37-90F9-A816EACE0AB7}">
      <dgm:prSet/>
      <dgm:spPr/>
      <dgm:t>
        <a:bodyPr/>
        <a:lstStyle/>
        <a:p>
          <a:endParaRPr lang="en-GB" sz="110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B380DD59-8205-4E11-A8DB-EA00A74C9E31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 dirty="0">
              <a:latin typeface="Montserrat" panose="00000500000000000000" pitchFamily="50" charset="0"/>
            </a:rPr>
            <a:t>Engagement rate sits at 8.1%.</a:t>
          </a:r>
        </a:p>
      </dgm:t>
    </dgm:pt>
    <dgm:pt modelId="{A650AE5C-80C2-49EE-A2EB-05FDC64F6C7B}" type="parTrans" cxnId="{E631AC86-821F-4F35-978A-E575A52F05E0}">
      <dgm:prSet/>
      <dgm:spPr/>
      <dgm:t>
        <a:bodyPr/>
        <a:lstStyle/>
        <a:p>
          <a:endParaRPr lang="en-GB" sz="1100">
            <a:latin typeface="Montserrat" panose="00000500000000000000" pitchFamily="50" charset="0"/>
          </a:endParaRPr>
        </a:p>
      </dgm:t>
    </dgm:pt>
    <dgm:pt modelId="{0326C880-7B01-46EF-A3B5-881DFD31670E}" type="sibTrans" cxnId="{E631AC86-821F-4F35-978A-E575A52F05E0}">
      <dgm:prSet/>
      <dgm:spPr/>
      <dgm:t>
        <a:bodyPr/>
        <a:lstStyle/>
        <a:p>
          <a:endParaRPr lang="en-GB" sz="1100">
            <a:latin typeface="Montserrat" panose="00000500000000000000" pitchFamily="50" charset="0"/>
          </a:endParaRPr>
        </a:p>
      </dgm:t>
    </dgm:pt>
    <dgm:pt modelId="{FBB506BE-488D-44F9-8590-64DE4A6A736F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 dirty="0">
              <a:latin typeface="Montserrat" panose="00000500000000000000" pitchFamily="50" charset="0"/>
            </a:rPr>
            <a:t>Cost per engaged visit is £36.</a:t>
          </a:r>
        </a:p>
      </dgm:t>
    </dgm:pt>
    <dgm:pt modelId="{D58DAB10-A077-4549-A859-FC00811FD9BF}" type="parTrans" cxnId="{B73B3DCB-A7AA-4A2D-9B8E-D055C198BFE7}">
      <dgm:prSet/>
      <dgm:spPr/>
      <dgm:t>
        <a:bodyPr/>
        <a:lstStyle/>
        <a:p>
          <a:endParaRPr lang="en-GB" sz="1100">
            <a:latin typeface="Montserrat" panose="00000500000000000000" pitchFamily="50" charset="0"/>
          </a:endParaRPr>
        </a:p>
      </dgm:t>
    </dgm:pt>
    <dgm:pt modelId="{CEEAD19F-C30C-4CEC-926A-A5B1EE20C398}" type="sibTrans" cxnId="{B73B3DCB-A7AA-4A2D-9B8E-D055C198BFE7}">
      <dgm:prSet/>
      <dgm:spPr/>
      <dgm:t>
        <a:bodyPr/>
        <a:lstStyle/>
        <a:p>
          <a:endParaRPr lang="en-GB" sz="1100">
            <a:latin typeface="Montserrat" panose="00000500000000000000" pitchFamily="50" charset="0"/>
          </a:endParaRPr>
        </a:p>
      </dgm:t>
    </dgm:pt>
    <dgm:pt modelId="{14D49F92-74EB-40FC-957C-F8616CCABECE}" type="pres">
      <dgm:prSet presAssocID="{B496B65C-5DC5-495E-961B-F879D53BF9B3}" presName="linear" presStyleCnt="0">
        <dgm:presLayoutVars>
          <dgm:animLvl val="lvl"/>
          <dgm:resizeHandles val="exact"/>
        </dgm:presLayoutVars>
      </dgm:prSet>
      <dgm:spPr/>
    </dgm:pt>
    <dgm:pt modelId="{B33D79EF-396B-4A2F-B00E-77DDB9E7A48F}" type="pres">
      <dgm:prSet presAssocID="{46A24737-FE56-4BBF-B1DE-922EFDC40E3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09B4F0C-B243-4F82-AAF1-30DDAF27F2BC}" type="pres">
      <dgm:prSet presAssocID="{BF9D4160-FE16-4F11-9169-B0A22498615C}" presName="spacer" presStyleCnt="0"/>
      <dgm:spPr/>
    </dgm:pt>
    <dgm:pt modelId="{A9D0E485-EBDE-42FC-893B-017096EC7C47}" type="pres">
      <dgm:prSet presAssocID="{B380DD59-8205-4E11-A8DB-EA00A74C9E3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F81E396-2079-4795-A020-0D347663A42E}" type="pres">
      <dgm:prSet presAssocID="{0326C880-7B01-46EF-A3B5-881DFD31670E}" presName="spacer" presStyleCnt="0"/>
      <dgm:spPr/>
    </dgm:pt>
    <dgm:pt modelId="{90741602-DC7F-4CA3-BA80-69CE0D930804}" type="pres">
      <dgm:prSet presAssocID="{FBB506BE-488D-44F9-8590-64DE4A6A736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69A8415-FF1E-4532-A30E-8E7EF0CBC683}" type="presOf" srcId="{FBB506BE-488D-44F9-8590-64DE4A6A736F}" destId="{90741602-DC7F-4CA3-BA80-69CE0D930804}" srcOrd="0" destOrd="0" presId="urn:microsoft.com/office/officeart/2005/8/layout/vList2"/>
    <dgm:cxn modelId="{6B8DCB48-DD98-4CC5-9E3B-A0D3F1DDBDE9}" type="presOf" srcId="{B496B65C-5DC5-495E-961B-F879D53BF9B3}" destId="{14D49F92-74EB-40FC-957C-F8616CCABECE}" srcOrd="0" destOrd="0" presId="urn:microsoft.com/office/officeart/2005/8/layout/vList2"/>
    <dgm:cxn modelId="{E631AC86-821F-4F35-978A-E575A52F05E0}" srcId="{B496B65C-5DC5-495E-961B-F879D53BF9B3}" destId="{B380DD59-8205-4E11-A8DB-EA00A74C9E31}" srcOrd="1" destOrd="0" parTransId="{A650AE5C-80C2-49EE-A2EB-05FDC64F6C7B}" sibTransId="{0326C880-7B01-46EF-A3B5-881DFD31670E}"/>
    <dgm:cxn modelId="{FC51D087-1185-4962-A7E1-7886FEAF34D3}" type="presOf" srcId="{46A24737-FE56-4BBF-B1DE-922EFDC40E3D}" destId="{B33D79EF-396B-4A2F-B00E-77DDB9E7A48F}" srcOrd="0" destOrd="0" presId="urn:microsoft.com/office/officeart/2005/8/layout/vList2"/>
    <dgm:cxn modelId="{79CD44B0-F740-4A37-90F9-A816EACE0AB7}" srcId="{B496B65C-5DC5-495E-961B-F879D53BF9B3}" destId="{46A24737-FE56-4BBF-B1DE-922EFDC40E3D}" srcOrd="0" destOrd="0" parTransId="{51224D51-E143-4702-B118-568B56F9E9F4}" sibTransId="{BF9D4160-FE16-4F11-9169-B0A22498615C}"/>
    <dgm:cxn modelId="{B73B3DCB-A7AA-4A2D-9B8E-D055C198BFE7}" srcId="{B496B65C-5DC5-495E-961B-F879D53BF9B3}" destId="{FBB506BE-488D-44F9-8590-64DE4A6A736F}" srcOrd="2" destOrd="0" parTransId="{D58DAB10-A077-4549-A859-FC00811FD9BF}" sibTransId="{CEEAD19F-C30C-4CEC-926A-A5B1EE20C398}"/>
    <dgm:cxn modelId="{26CF1FF1-28F0-4669-8F3C-9F081F528E21}" type="presOf" srcId="{B380DD59-8205-4E11-A8DB-EA00A74C9E31}" destId="{A9D0E485-EBDE-42FC-893B-017096EC7C47}" srcOrd="0" destOrd="0" presId="urn:microsoft.com/office/officeart/2005/8/layout/vList2"/>
    <dgm:cxn modelId="{AFADE7D6-1EC7-4AD3-8713-0E2D65E21CE1}" type="presParOf" srcId="{14D49F92-74EB-40FC-957C-F8616CCABECE}" destId="{B33D79EF-396B-4A2F-B00E-77DDB9E7A48F}" srcOrd="0" destOrd="0" presId="urn:microsoft.com/office/officeart/2005/8/layout/vList2"/>
    <dgm:cxn modelId="{80CDD827-C14E-4F67-8C04-5B92F9524F96}" type="presParOf" srcId="{14D49F92-74EB-40FC-957C-F8616CCABECE}" destId="{509B4F0C-B243-4F82-AAF1-30DDAF27F2BC}" srcOrd="1" destOrd="0" presId="urn:microsoft.com/office/officeart/2005/8/layout/vList2"/>
    <dgm:cxn modelId="{5A792B90-71D1-4405-8AFF-CD416349FD38}" type="presParOf" srcId="{14D49F92-74EB-40FC-957C-F8616CCABECE}" destId="{A9D0E485-EBDE-42FC-893B-017096EC7C47}" srcOrd="2" destOrd="0" presId="urn:microsoft.com/office/officeart/2005/8/layout/vList2"/>
    <dgm:cxn modelId="{4BB09374-B6F5-43F6-BF44-190210E067FC}" type="presParOf" srcId="{14D49F92-74EB-40FC-957C-F8616CCABECE}" destId="{4F81E396-2079-4795-A020-0D347663A42E}" srcOrd="3" destOrd="0" presId="urn:microsoft.com/office/officeart/2005/8/layout/vList2"/>
    <dgm:cxn modelId="{798E8115-90A6-4702-A1C1-A21FF93ECC2C}" type="presParOf" srcId="{14D49F92-74EB-40FC-957C-F8616CCABECE}" destId="{90741602-DC7F-4CA3-BA80-69CE0D93080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8DEE3EF-2119-4008-A9C7-60795CF0C08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2266CFE-3D2D-40F6-8EA1-253BD32675A7}">
      <dgm:prSet phldrT="[Text]" custT="1"/>
      <dgm:spPr/>
      <dgm:t>
        <a:bodyPr/>
        <a:lstStyle/>
        <a:p>
          <a:pPr>
            <a:buNone/>
          </a:pPr>
          <a:r>
            <a:rPr lang="en-GB" sz="1100" dirty="0">
              <a:latin typeface="Montserrat" panose="00000500000000000000" pitchFamily="50" charset="0"/>
            </a:rPr>
            <a:t>Spend</a:t>
          </a:r>
          <a:br>
            <a:rPr lang="en-GB" sz="1100" dirty="0">
              <a:latin typeface="Montserrat" panose="00000500000000000000" pitchFamily="50" charset="0"/>
            </a:rPr>
          </a:br>
          <a:r>
            <a:rPr lang="en-GB" sz="1100" dirty="0">
              <a:latin typeface="Montserrat" panose="00000500000000000000" pitchFamily="50" charset="0"/>
            </a:rPr>
            <a:t>£104,313</a:t>
          </a:r>
          <a:endParaRPr lang="en-GB" sz="1100" dirty="0"/>
        </a:p>
      </dgm:t>
    </dgm:pt>
    <dgm:pt modelId="{38D68114-32A4-4406-BE28-5C9424B55E95}" type="parTrans" cxnId="{837CB8C8-A638-4C74-8ED0-8F44E87064EF}">
      <dgm:prSet/>
      <dgm:spPr/>
      <dgm:t>
        <a:bodyPr/>
        <a:lstStyle/>
        <a:p>
          <a:endParaRPr lang="en-GB" sz="1100"/>
        </a:p>
      </dgm:t>
    </dgm:pt>
    <dgm:pt modelId="{493EB1E3-3A24-4073-9865-5DB5622A611E}" type="sibTrans" cxnId="{837CB8C8-A638-4C74-8ED0-8F44E87064EF}">
      <dgm:prSet/>
      <dgm:spPr/>
      <dgm:t>
        <a:bodyPr/>
        <a:lstStyle/>
        <a:p>
          <a:endParaRPr lang="en-GB" sz="1100"/>
        </a:p>
      </dgm:t>
    </dgm:pt>
    <dgm:pt modelId="{790B09E8-FBDA-43D0-A0E1-6EC4571AB612}">
      <dgm:prSet phldrT="[Text]" custT="1"/>
      <dgm:spPr/>
      <dgm:t>
        <a:bodyPr/>
        <a:lstStyle/>
        <a:p>
          <a:r>
            <a:rPr kumimoji="0" lang="en-US" altLang="en-US" sz="1100" b="0" i="0" u="none" strike="noStrike" cap="none" normalizeH="0" baseline="0" dirty="0">
              <a:ln/>
              <a:effectLst/>
              <a:latin typeface="Montserrat" panose="00000500000000000000" pitchFamily="50" charset="0"/>
            </a:rPr>
            <a:t>Traffic</a:t>
          </a:r>
          <a:br>
            <a:rPr kumimoji="0" lang="en-US" altLang="en-US" sz="1100" b="0" i="0" u="none" strike="noStrike" cap="none" normalizeH="0" baseline="0" dirty="0">
              <a:ln/>
              <a:effectLst/>
              <a:latin typeface="Montserrat" panose="00000500000000000000" pitchFamily="50" charset="0"/>
            </a:rPr>
          </a:br>
          <a:r>
            <a:rPr kumimoji="0" lang="en-US" altLang="en-US" sz="1100" b="0" i="0" u="none" strike="noStrike" cap="none" normalizeH="0" baseline="0" dirty="0">
              <a:ln/>
              <a:effectLst/>
              <a:latin typeface="Montserrat" panose="00000500000000000000" pitchFamily="50" charset="0"/>
            </a:rPr>
            <a:t>72,688</a:t>
          </a:r>
          <a:endParaRPr lang="en-GB" sz="1100" dirty="0"/>
        </a:p>
      </dgm:t>
    </dgm:pt>
    <dgm:pt modelId="{11A09D2A-EBD7-4522-8582-D87EBED6D971}" type="parTrans" cxnId="{3CC34637-2C22-42CE-B042-CF8BE04F9DE2}">
      <dgm:prSet/>
      <dgm:spPr/>
      <dgm:t>
        <a:bodyPr/>
        <a:lstStyle/>
        <a:p>
          <a:endParaRPr lang="en-GB" sz="1100"/>
        </a:p>
      </dgm:t>
    </dgm:pt>
    <dgm:pt modelId="{D9E6941C-F6EC-401D-B2B8-7256664633B3}" type="sibTrans" cxnId="{3CC34637-2C22-42CE-B042-CF8BE04F9DE2}">
      <dgm:prSet/>
      <dgm:spPr/>
      <dgm:t>
        <a:bodyPr/>
        <a:lstStyle/>
        <a:p>
          <a:endParaRPr lang="en-GB" sz="1100"/>
        </a:p>
      </dgm:t>
    </dgm:pt>
    <dgm:pt modelId="{2E0817D1-B8D9-4128-890D-308788BE31A2}">
      <dgm:prSet phldrT="[Text]" custT="1"/>
      <dgm:spPr/>
      <dgm:t>
        <a:bodyPr/>
        <a:lstStyle/>
        <a:p>
          <a:r>
            <a:rPr kumimoji="0" lang="en-US" altLang="en-US" sz="1100" b="0" i="0" u="none" strike="noStrike" cap="none" normalizeH="0" baseline="0" dirty="0">
              <a:ln/>
              <a:effectLst/>
              <a:latin typeface="Montserrat" panose="00000500000000000000" pitchFamily="50" charset="0"/>
            </a:rPr>
            <a:t>Engaged Visits</a:t>
          </a:r>
          <a:br>
            <a:rPr kumimoji="0" lang="en-US" altLang="en-US" sz="1100" b="0" i="0" u="none" strike="noStrike" cap="none" normalizeH="0" baseline="0" dirty="0">
              <a:ln/>
              <a:effectLst/>
              <a:latin typeface="Montserrat" panose="00000500000000000000" pitchFamily="50" charset="0"/>
            </a:rPr>
          </a:br>
          <a:r>
            <a:rPr kumimoji="0" lang="en-US" altLang="en-US" sz="1100" b="0" i="0" u="none" strike="noStrike" cap="none" normalizeH="0" baseline="0" dirty="0">
              <a:ln/>
              <a:effectLst/>
              <a:latin typeface="Montserrat" panose="00000500000000000000" pitchFamily="50" charset="0"/>
            </a:rPr>
            <a:t>9,279</a:t>
          </a:r>
          <a:endParaRPr lang="en-GB" sz="1100" dirty="0"/>
        </a:p>
      </dgm:t>
    </dgm:pt>
    <dgm:pt modelId="{B6AE2BCB-282F-4DBD-BB2D-49F3B3FA7073}" type="parTrans" cxnId="{9B642F15-0698-4F8A-B6BF-999DCCE562DF}">
      <dgm:prSet/>
      <dgm:spPr/>
      <dgm:t>
        <a:bodyPr/>
        <a:lstStyle/>
        <a:p>
          <a:endParaRPr lang="en-GB" sz="1100"/>
        </a:p>
      </dgm:t>
    </dgm:pt>
    <dgm:pt modelId="{877763E3-F8D9-4809-B412-C54B86C3DB4E}" type="sibTrans" cxnId="{9B642F15-0698-4F8A-B6BF-999DCCE562DF}">
      <dgm:prSet/>
      <dgm:spPr/>
      <dgm:t>
        <a:bodyPr/>
        <a:lstStyle/>
        <a:p>
          <a:endParaRPr lang="en-GB" sz="1100"/>
        </a:p>
      </dgm:t>
    </dgm:pt>
    <dgm:pt modelId="{08265FF0-4B29-4838-812E-96755B74887C}">
      <dgm:prSet phldrT="[Text]" custT="1"/>
      <dgm:spPr/>
      <dgm:t>
        <a:bodyPr/>
        <a:lstStyle/>
        <a:p>
          <a:r>
            <a:rPr lang="en-GB" sz="1100" dirty="0">
              <a:latin typeface="Montserrat" panose="00000500000000000000" pitchFamily="50" charset="0"/>
            </a:rPr>
            <a:t>EVR</a:t>
          </a:r>
          <a:br>
            <a:rPr lang="en-GB" sz="1100" dirty="0">
              <a:latin typeface="Montserrat" panose="00000500000000000000" pitchFamily="50" charset="0"/>
            </a:rPr>
          </a:br>
          <a:r>
            <a:rPr lang="en-GB" sz="1100" dirty="0">
              <a:latin typeface="Montserrat" panose="00000500000000000000" pitchFamily="50" charset="0"/>
            </a:rPr>
            <a:t>12.8%</a:t>
          </a:r>
        </a:p>
      </dgm:t>
    </dgm:pt>
    <dgm:pt modelId="{B66F8A82-620D-434A-8B95-16BFD005CD43}" type="parTrans" cxnId="{5F71C43F-26AB-4339-8453-DD876C2A0D3B}">
      <dgm:prSet/>
      <dgm:spPr/>
      <dgm:t>
        <a:bodyPr/>
        <a:lstStyle/>
        <a:p>
          <a:endParaRPr lang="en-GB" sz="1100"/>
        </a:p>
      </dgm:t>
    </dgm:pt>
    <dgm:pt modelId="{04B6A197-33BB-4F71-A814-E8BBD1EE2E82}" type="sibTrans" cxnId="{5F71C43F-26AB-4339-8453-DD876C2A0D3B}">
      <dgm:prSet/>
      <dgm:spPr/>
      <dgm:t>
        <a:bodyPr/>
        <a:lstStyle/>
        <a:p>
          <a:endParaRPr lang="en-GB" sz="1100"/>
        </a:p>
      </dgm:t>
    </dgm:pt>
    <dgm:pt modelId="{046E4BA6-2E69-41AB-9C3A-AF8B83567FC3}" type="pres">
      <dgm:prSet presAssocID="{E8DEE3EF-2119-4008-A9C7-60795CF0C08B}" presName="Name0" presStyleCnt="0">
        <dgm:presLayoutVars>
          <dgm:dir/>
          <dgm:animLvl val="lvl"/>
          <dgm:resizeHandles val="exact"/>
        </dgm:presLayoutVars>
      </dgm:prSet>
      <dgm:spPr/>
    </dgm:pt>
    <dgm:pt modelId="{AF59DF92-6679-45BD-8A01-751CE5EEC643}" type="pres">
      <dgm:prSet presAssocID="{82266CFE-3D2D-40F6-8EA1-253BD32675A7}" presName="parTxOnly" presStyleLbl="node1" presStyleIdx="0" presStyleCnt="4" custScaleY="82015">
        <dgm:presLayoutVars>
          <dgm:chMax val="0"/>
          <dgm:chPref val="0"/>
          <dgm:bulletEnabled val="1"/>
        </dgm:presLayoutVars>
      </dgm:prSet>
      <dgm:spPr/>
    </dgm:pt>
    <dgm:pt modelId="{5B5B42BF-4538-458A-AA1F-2B2605954999}" type="pres">
      <dgm:prSet presAssocID="{493EB1E3-3A24-4073-9865-5DB5622A611E}" presName="parTxOnlySpace" presStyleCnt="0"/>
      <dgm:spPr/>
    </dgm:pt>
    <dgm:pt modelId="{9ECEE4BA-ACE9-41FC-B8BE-820B3E1CEBF6}" type="pres">
      <dgm:prSet presAssocID="{790B09E8-FBDA-43D0-A0E1-6EC4571AB612}" presName="parTxOnly" presStyleLbl="node1" presStyleIdx="1" presStyleCnt="4" custScaleY="82015">
        <dgm:presLayoutVars>
          <dgm:chMax val="0"/>
          <dgm:chPref val="0"/>
          <dgm:bulletEnabled val="1"/>
        </dgm:presLayoutVars>
      </dgm:prSet>
      <dgm:spPr/>
    </dgm:pt>
    <dgm:pt modelId="{20065FC2-3754-4260-B0C1-B6C2B7890600}" type="pres">
      <dgm:prSet presAssocID="{D9E6941C-F6EC-401D-B2B8-7256664633B3}" presName="parTxOnlySpace" presStyleCnt="0"/>
      <dgm:spPr/>
    </dgm:pt>
    <dgm:pt modelId="{8596D482-7562-4471-B51D-30BFF6D7CB66}" type="pres">
      <dgm:prSet presAssocID="{2E0817D1-B8D9-4128-890D-308788BE31A2}" presName="parTxOnly" presStyleLbl="node1" presStyleIdx="2" presStyleCnt="4" custScaleY="82015">
        <dgm:presLayoutVars>
          <dgm:chMax val="0"/>
          <dgm:chPref val="0"/>
          <dgm:bulletEnabled val="1"/>
        </dgm:presLayoutVars>
      </dgm:prSet>
      <dgm:spPr/>
    </dgm:pt>
    <dgm:pt modelId="{F364BDC4-FA8D-4F2B-89B2-F9664F2717F0}" type="pres">
      <dgm:prSet presAssocID="{877763E3-F8D9-4809-B412-C54B86C3DB4E}" presName="parTxOnlySpace" presStyleCnt="0"/>
      <dgm:spPr/>
    </dgm:pt>
    <dgm:pt modelId="{D5F74DE1-8F2C-4A6F-9F0C-F20CBA342704}" type="pres">
      <dgm:prSet presAssocID="{08265FF0-4B29-4838-812E-96755B74887C}" presName="parTxOnly" presStyleLbl="node1" presStyleIdx="3" presStyleCnt="4" custScaleY="82015">
        <dgm:presLayoutVars>
          <dgm:chMax val="0"/>
          <dgm:chPref val="0"/>
          <dgm:bulletEnabled val="1"/>
        </dgm:presLayoutVars>
      </dgm:prSet>
      <dgm:spPr/>
    </dgm:pt>
  </dgm:ptLst>
  <dgm:cxnLst>
    <dgm:cxn modelId="{EE51E307-CB9D-469F-9B64-07ECB79644A6}" type="presOf" srcId="{790B09E8-FBDA-43D0-A0E1-6EC4571AB612}" destId="{9ECEE4BA-ACE9-41FC-B8BE-820B3E1CEBF6}" srcOrd="0" destOrd="0" presId="urn:microsoft.com/office/officeart/2005/8/layout/chevron1"/>
    <dgm:cxn modelId="{9B642F15-0698-4F8A-B6BF-999DCCE562DF}" srcId="{E8DEE3EF-2119-4008-A9C7-60795CF0C08B}" destId="{2E0817D1-B8D9-4128-890D-308788BE31A2}" srcOrd="2" destOrd="0" parTransId="{B6AE2BCB-282F-4DBD-BB2D-49F3B3FA7073}" sibTransId="{877763E3-F8D9-4809-B412-C54B86C3DB4E}"/>
    <dgm:cxn modelId="{C314202F-CDC6-4D6E-A7DC-65269E2B645B}" type="presOf" srcId="{82266CFE-3D2D-40F6-8EA1-253BD32675A7}" destId="{AF59DF92-6679-45BD-8A01-751CE5EEC643}" srcOrd="0" destOrd="0" presId="urn:microsoft.com/office/officeart/2005/8/layout/chevron1"/>
    <dgm:cxn modelId="{3CC34637-2C22-42CE-B042-CF8BE04F9DE2}" srcId="{E8DEE3EF-2119-4008-A9C7-60795CF0C08B}" destId="{790B09E8-FBDA-43D0-A0E1-6EC4571AB612}" srcOrd="1" destOrd="0" parTransId="{11A09D2A-EBD7-4522-8582-D87EBED6D971}" sibTransId="{D9E6941C-F6EC-401D-B2B8-7256664633B3}"/>
    <dgm:cxn modelId="{875BC73A-8C77-46EE-89E2-DF056EE8E2BC}" type="presOf" srcId="{08265FF0-4B29-4838-812E-96755B74887C}" destId="{D5F74DE1-8F2C-4A6F-9F0C-F20CBA342704}" srcOrd="0" destOrd="0" presId="urn:microsoft.com/office/officeart/2005/8/layout/chevron1"/>
    <dgm:cxn modelId="{5F71C43F-26AB-4339-8453-DD876C2A0D3B}" srcId="{E8DEE3EF-2119-4008-A9C7-60795CF0C08B}" destId="{08265FF0-4B29-4838-812E-96755B74887C}" srcOrd="3" destOrd="0" parTransId="{B66F8A82-620D-434A-8B95-16BFD005CD43}" sibTransId="{04B6A197-33BB-4F71-A814-E8BBD1EE2E82}"/>
    <dgm:cxn modelId="{01E09D45-BAA3-40DB-B6EC-661EBBFF616D}" type="presOf" srcId="{E8DEE3EF-2119-4008-A9C7-60795CF0C08B}" destId="{046E4BA6-2E69-41AB-9C3A-AF8B83567FC3}" srcOrd="0" destOrd="0" presId="urn:microsoft.com/office/officeart/2005/8/layout/chevron1"/>
    <dgm:cxn modelId="{55B91E48-01B2-49C1-8BD9-35D4C5405FB3}" type="presOf" srcId="{2E0817D1-B8D9-4128-890D-308788BE31A2}" destId="{8596D482-7562-4471-B51D-30BFF6D7CB66}" srcOrd="0" destOrd="0" presId="urn:microsoft.com/office/officeart/2005/8/layout/chevron1"/>
    <dgm:cxn modelId="{837CB8C8-A638-4C74-8ED0-8F44E87064EF}" srcId="{E8DEE3EF-2119-4008-A9C7-60795CF0C08B}" destId="{82266CFE-3D2D-40F6-8EA1-253BD32675A7}" srcOrd="0" destOrd="0" parTransId="{38D68114-32A4-4406-BE28-5C9424B55E95}" sibTransId="{493EB1E3-3A24-4073-9865-5DB5622A611E}"/>
    <dgm:cxn modelId="{791BF119-397F-45A3-92AD-776C541FEE05}" type="presParOf" srcId="{046E4BA6-2E69-41AB-9C3A-AF8B83567FC3}" destId="{AF59DF92-6679-45BD-8A01-751CE5EEC643}" srcOrd="0" destOrd="0" presId="urn:microsoft.com/office/officeart/2005/8/layout/chevron1"/>
    <dgm:cxn modelId="{33CD354E-9A22-4FA9-8AE6-F4D986E9ED43}" type="presParOf" srcId="{046E4BA6-2E69-41AB-9C3A-AF8B83567FC3}" destId="{5B5B42BF-4538-458A-AA1F-2B2605954999}" srcOrd="1" destOrd="0" presId="urn:microsoft.com/office/officeart/2005/8/layout/chevron1"/>
    <dgm:cxn modelId="{B4ADADC9-C0F6-449A-A020-ADD34398AE89}" type="presParOf" srcId="{046E4BA6-2E69-41AB-9C3A-AF8B83567FC3}" destId="{9ECEE4BA-ACE9-41FC-B8BE-820B3E1CEBF6}" srcOrd="2" destOrd="0" presId="urn:microsoft.com/office/officeart/2005/8/layout/chevron1"/>
    <dgm:cxn modelId="{5A5C1A35-1D00-4833-BDD9-1CC90F0A69BD}" type="presParOf" srcId="{046E4BA6-2E69-41AB-9C3A-AF8B83567FC3}" destId="{20065FC2-3754-4260-B0C1-B6C2B7890600}" srcOrd="3" destOrd="0" presId="urn:microsoft.com/office/officeart/2005/8/layout/chevron1"/>
    <dgm:cxn modelId="{E17A8B4C-5610-4127-9FDE-3CE4C14D8967}" type="presParOf" srcId="{046E4BA6-2E69-41AB-9C3A-AF8B83567FC3}" destId="{8596D482-7562-4471-B51D-30BFF6D7CB66}" srcOrd="4" destOrd="0" presId="urn:microsoft.com/office/officeart/2005/8/layout/chevron1"/>
    <dgm:cxn modelId="{A30153EB-750A-458B-9C39-DC561E107114}" type="presParOf" srcId="{046E4BA6-2E69-41AB-9C3A-AF8B83567FC3}" destId="{F364BDC4-FA8D-4F2B-89B2-F9664F2717F0}" srcOrd="5" destOrd="0" presId="urn:microsoft.com/office/officeart/2005/8/layout/chevron1"/>
    <dgm:cxn modelId="{A8C27243-C251-4CA2-A546-2689FCCC0C3F}" type="presParOf" srcId="{046E4BA6-2E69-41AB-9C3A-AF8B83567FC3}" destId="{D5F74DE1-8F2C-4A6F-9F0C-F20CBA342704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0D9E740-F9D5-420D-B68E-45F9733C2FC5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78028F0-47A5-465A-9E1C-CA35BC6D5863}">
      <dgm:prSet phldrT="[Text]" custT="1"/>
      <dgm:spPr>
        <a:solidFill>
          <a:srgbClr val="1DD477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CPV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£1</a:t>
          </a:r>
        </a:p>
      </dgm:t>
    </dgm:pt>
    <dgm:pt modelId="{4B8621B1-8BB7-4ADE-9A5F-A883F54820ED}" type="parTrans" cxnId="{25A1D1C2-45C1-42F6-A3EF-D599DBB35454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472C0D56-354B-4BAC-BC27-841540F25CE8}" type="sibTrans" cxnId="{25A1D1C2-45C1-42F6-A3EF-D599DBB35454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9A358D50-6A27-4FA4-9824-30BE6C8193EF}">
      <dgm:prSet phldrT="[Text]" custT="1"/>
      <dgm:spPr>
        <a:solidFill>
          <a:srgbClr val="1DD477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CPeV</a:t>
          </a:r>
        </a:p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£8</a:t>
          </a:r>
        </a:p>
      </dgm:t>
    </dgm:pt>
    <dgm:pt modelId="{97C05200-D2EF-45AA-9E79-A43B19AB5F80}" type="parTrans" cxnId="{D594A8A0-0C40-4563-BE37-BD8D6A76BCD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87AEDC58-180E-43E4-89F3-DDD341CA9486}" type="sibTrans" cxnId="{D594A8A0-0C40-4563-BE37-BD8D6A76BCD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B1337BB7-D96A-41BE-878D-E64C279366D2}">
      <dgm:prSet custT="1"/>
      <dgm:spPr>
        <a:solidFill>
          <a:srgbClr val="1DD477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Spend Pacing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£66,003</a:t>
          </a:r>
        </a:p>
      </dgm:t>
    </dgm:pt>
    <dgm:pt modelId="{DEF1531F-077D-4BB9-AEC0-B9023FF10ABC}" type="parTrans" cxnId="{DD8DE5DF-1C49-4F77-A77F-FE5E3B1AC5E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C9C23790-C0C2-499C-85BB-375D88BA6EB7}" type="sibTrans" cxnId="{DD8DE5DF-1C49-4F77-A77F-FE5E3B1AC5E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20600288-DCF9-4293-8A57-1B5868927B8D}">
      <dgm:prSet custT="1"/>
      <dgm:spPr>
        <a:solidFill>
          <a:srgbClr val="1DD477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Visit Pacing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59,687</a:t>
          </a:r>
        </a:p>
      </dgm:t>
    </dgm:pt>
    <dgm:pt modelId="{33C02DA0-36EF-47B5-B57D-1801A6E90DD7}" type="parTrans" cxnId="{A8B86762-404A-4307-AF99-F91A8F81C15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10751E71-5D24-4D11-BA63-0454044B0CAB}" type="sibTrans" cxnId="{A8B86762-404A-4307-AF99-F91A8F81C15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E8898BD1-276A-439E-94E5-3C86A172D23F}">
      <dgm:prSet phldrT="[Text]" custT="1"/>
      <dgm:spPr>
        <a:solidFill>
          <a:srgbClr val="1DD477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EVR</a:t>
          </a:r>
        </a:p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13.8%</a:t>
          </a:r>
        </a:p>
      </dgm:t>
    </dgm:pt>
    <dgm:pt modelId="{938D469D-584C-450C-B373-46061A60ED46}" type="parTrans" cxnId="{4EA418EE-F6FD-4265-AE16-4A10CB9B69A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0DF352D4-C6D2-490A-8E94-E4FD71D85B4A}" type="sibTrans" cxnId="{4EA418EE-F6FD-4265-AE16-4A10CB9B69A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57D21E4C-225D-4D59-8F85-ABE4DF8B8D42}">
      <dgm:prSet phldrT="[Text]" custT="1"/>
      <dgm:spPr>
        <a:solidFill>
          <a:srgbClr val="1DD477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Engaged Visits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8,222</a:t>
          </a:r>
        </a:p>
      </dgm:t>
    </dgm:pt>
    <dgm:pt modelId="{3B05DB04-7543-45D3-BF71-65C974C009D5}" type="parTrans" cxnId="{597C274F-104A-40BD-B993-C445ECEADC95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F1FB94E2-EE76-4E8C-B157-03E2103CC748}" type="sibTrans" cxnId="{597C274F-104A-40BD-B993-C445ECEADC95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FDC10989-E7C5-4440-A8B8-C9E0457EBA82}" type="pres">
      <dgm:prSet presAssocID="{60D9E740-F9D5-420D-B68E-45F9733C2FC5}" presName="Name0" presStyleCnt="0">
        <dgm:presLayoutVars>
          <dgm:dir/>
          <dgm:resizeHandles val="exact"/>
        </dgm:presLayoutVars>
      </dgm:prSet>
      <dgm:spPr/>
    </dgm:pt>
    <dgm:pt modelId="{85C27244-62B5-422E-8251-2DFA8F21099B}" type="pres">
      <dgm:prSet presAssocID="{778028F0-47A5-465A-9E1C-CA35BC6D5863}" presName="parTxOnly" presStyleLbl="node1" presStyleIdx="0" presStyleCnt="6" custScaleY="143787">
        <dgm:presLayoutVars>
          <dgm:bulletEnabled val="1"/>
        </dgm:presLayoutVars>
      </dgm:prSet>
      <dgm:spPr/>
    </dgm:pt>
    <dgm:pt modelId="{100319DF-065E-4FA3-984C-F6AAE891CE3A}" type="pres">
      <dgm:prSet presAssocID="{472C0D56-354B-4BAC-BC27-841540F25CE8}" presName="parSpace" presStyleCnt="0"/>
      <dgm:spPr/>
    </dgm:pt>
    <dgm:pt modelId="{018C0CA6-8EF1-4262-A4F6-996592C8D503}" type="pres">
      <dgm:prSet presAssocID="{9A358D50-6A27-4FA4-9824-30BE6C8193EF}" presName="parTxOnly" presStyleLbl="node1" presStyleIdx="1" presStyleCnt="6" custScaleY="143787">
        <dgm:presLayoutVars>
          <dgm:bulletEnabled val="1"/>
        </dgm:presLayoutVars>
      </dgm:prSet>
      <dgm:spPr/>
    </dgm:pt>
    <dgm:pt modelId="{004E0946-2876-48B4-80C6-46D4AF186EDB}" type="pres">
      <dgm:prSet presAssocID="{87AEDC58-180E-43E4-89F3-DDD341CA9486}" presName="parSpace" presStyleCnt="0"/>
      <dgm:spPr/>
    </dgm:pt>
    <dgm:pt modelId="{7B3D29FF-60E1-446C-B22B-7D7C4C894A27}" type="pres">
      <dgm:prSet presAssocID="{E8898BD1-276A-439E-94E5-3C86A172D23F}" presName="parTxOnly" presStyleLbl="node1" presStyleIdx="2" presStyleCnt="6" custScaleY="143787">
        <dgm:presLayoutVars>
          <dgm:bulletEnabled val="1"/>
        </dgm:presLayoutVars>
      </dgm:prSet>
      <dgm:spPr/>
    </dgm:pt>
    <dgm:pt modelId="{BF3B07D0-B8A3-4D43-A33C-C2F782FC0735}" type="pres">
      <dgm:prSet presAssocID="{0DF352D4-C6D2-490A-8E94-E4FD71D85B4A}" presName="parSpace" presStyleCnt="0"/>
      <dgm:spPr/>
    </dgm:pt>
    <dgm:pt modelId="{3DAC07F9-C54B-4193-9171-6451E62BCD0D}" type="pres">
      <dgm:prSet presAssocID="{57D21E4C-225D-4D59-8F85-ABE4DF8B8D42}" presName="parTxOnly" presStyleLbl="node1" presStyleIdx="3" presStyleCnt="6" custScaleY="143787">
        <dgm:presLayoutVars>
          <dgm:bulletEnabled val="1"/>
        </dgm:presLayoutVars>
      </dgm:prSet>
      <dgm:spPr/>
    </dgm:pt>
    <dgm:pt modelId="{E2BD2214-73BB-4809-8646-FD638E80E881}" type="pres">
      <dgm:prSet presAssocID="{F1FB94E2-EE76-4E8C-B157-03E2103CC748}" presName="parSpace" presStyleCnt="0"/>
      <dgm:spPr/>
    </dgm:pt>
    <dgm:pt modelId="{B214D505-B526-4078-BDA5-129F01C8DF12}" type="pres">
      <dgm:prSet presAssocID="{B1337BB7-D96A-41BE-878D-E64C279366D2}" presName="parTxOnly" presStyleLbl="node1" presStyleIdx="4" presStyleCnt="6" custScaleY="143787">
        <dgm:presLayoutVars>
          <dgm:bulletEnabled val="1"/>
        </dgm:presLayoutVars>
      </dgm:prSet>
      <dgm:spPr/>
    </dgm:pt>
    <dgm:pt modelId="{2C3AFFBB-3A17-413E-BCC5-5EF84E5E514F}" type="pres">
      <dgm:prSet presAssocID="{C9C23790-C0C2-499C-85BB-375D88BA6EB7}" presName="parSpace" presStyleCnt="0"/>
      <dgm:spPr/>
    </dgm:pt>
    <dgm:pt modelId="{1DA2E5FF-5E05-4A79-92CE-5ACA976E83D6}" type="pres">
      <dgm:prSet presAssocID="{20600288-DCF9-4293-8A57-1B5868927B8D}" presName="parTxOnly" presStyleLbl="node1" presStyleIdx="5" presStyleCnt="6" custScaleY="143787">
        <dgm:presLayoutVars>
          <dgm:bulletEnabled val="1"/>
        </dgm:presLayoutVars>
      </dgm:prSet>
      <dgm:spPr/>
    </dgm:pt>
  </dgm:ptLst>
  <dgm:cxnLst>
    <dgm:cxn modelId="{B5A4AA19-7DF9-4063-B8C4-4D2289F4037F}" type="presOf" srcId="{20600288-DCF9-4293-8A57-1B5868927B8D}" destId="{1DA2E5FF-5E05-4A79-92CE-5ACA976E83D6}" srcOrd="0" destOrd="0" presId="urn:microsoft.com/office/officeart/2005/8/layout/hChevron3"/>
    <dgm:cxn modelId="{7F32C231-8D4E-4211-9452-8F0C8995DEB9}" type="presOf" srcId="{B1337BB7-D96A-41BE-878D-E64C279366D2}" destId="{B214D505-B526-4078-BDA5-129F01C8DF12}" srcOrd="0" destOrd="0" presId="urn:microsoft.com/office/officeart/2005/8/layout/hChevron3"/>
    <dgm:cxn modelId="{A8B86762-404A-4307-AF99-F91A8F81C15B}" srcId="{60D9E740-F9D5-420D-B68E-45F9733C2FC5}" destId="{20600288-DCF9-4293-8A57-1B5868927B8D}" srcOrd="5" destOrd="0" parTransId="{33C02DA0-36EF-47B5-B57D-1801A6E90DD7}" sibTransId="{10751E71-5D24-4D11-BA63-0454044B0CAB}"/>
    <dgm:cxn modelId="{C40D4364-3D0D-4405-BB4F-BDE642CA2F75}" type="presOf" srcId="{9A358D50-6A27-4FA4-9824-30BE6C8193EF}" destId="{018C0CA6-8EF1-4262-A4F6-996592C8D503}" srcOrd="0" destOrd="0" presId="urn:microsoft.com/office/officeart/2005/8/layout/hChevron3"/>
    <dgm:cxn modelId="{597C274F-104A-40BD-B993-C445ECEADC95}" srcId="{60D9E740-F9D5-420D-B68E-45F9733C2FC5}" destId="{57D21E4C-225D-4D59-8F85-ABE4DF8B8D42}" srcOrd="3" destOrd="0" parTransId="{3B05DB04-7543-45D3-BF71-65C974C009D5}" sibTransId="{F1FB94E2-EE76-4E8C-B157-03E2103CC748}"/>
    <dgm:cxn modelId="{25C97678-B43C-4439-8543-B6CC228271F5}" type="presOf" srcId="{57D21E4C-225D-4D59-8F85-ABE4DF8B8D42}" destId="{3DAC07F9-C54B-4193-9171-6451E62BCD0D}" srcOrd="0" destOrd="0" presId="urn:microsoft.com/office/officeart/2005/8/layout/hChevron3"/>
    <dgm:cxn modelId="{D594A8A0-0C40-4563-BE37-BD8D6A76BCDC}" srcId="{60D9E740-F9D5-420D-B68E-45F9733C2FC5}" destId="{9A358D50-6A27-4FA4-9824-30BE6C8193EF}" srcOrd="1" destOrd="0" parTransId="{97C05200-D2EF-45AA-9E79-A43B19AB5F80}" sibTransId="{87AEDC58-180E-43E4-89F3-DDD341CA9486}"/>
    <dgm:cxn modelId="{CB7C8EB1-5D28-4863-8A9D-2450B9A87AA3}" type="presOf" srcId="{E8898BD1-276A-439E-94E5-3C86A172D23F}" destId="{7B3D29FF-60E1-446C-B22B-7D7C4C894A27}" srcOrd="0" destOrd="0" presId="urn:microsoft.com/office/officeart/2005/8/layout/hChevron3"/>
    <dgm:cxn modelId="{09BD69BB-B448-4F33-98EC-D67ADC2F64D0}" type="presOf" srcId="{778028F0-47A5-465A-9E1C-CA35BC6D5863}" destId="{85C27244-62B5-422E-8251-2DFA8F21099B}" srcOrd="0" destOrd="0" presId="urn:microsoft.com/office/officeart/2005/8/layout/hChevron3"/>
    <dgm:cxn modelId="{25A1D1C2-45C1-42F6-A3EF-D599DBB35454}" srcId="{60D9E740-F9D5-420D-B68E-45F9733C2FC5}" destId="{778028F0-47A5-465A-9E1C-CA35BC6D5863}" srcOrd="0" destOrd="0" parTransId="{4B8621B1-8BB7-4ADE-9A5F-A883F54820ED}" sibTransId="{472C0D56-354B-4BAC-BC27-841540F25CE8}"/>
    <dgm:cxn modelId="{DD8DE5DF-1C49-4F77-A77F-FE5E3B1AC5EC}" srcId="{60D9E740-F9D5-420D-B68E-45F9733C2FC5}" destId="{B1337BB7-D96A-41BE-878D-E64C279366D2}" srcOrd="4" destOrd="0" parTransId="{DEF1531F-077D-4BB9-AEC0-B9023FF10ABC}" sibTransId="{C9C23790-C0C2-499C-85BB-375D88BA6EB7}"/>
    <dgm:cxn modelId="{4EA418EE-F6FD-4265-AE16-4A10CB9B69AB}" srcId="{60D9E740-F9D5-420D-B68E-45F9733C2FC5}" destId="{E8898BD1-276A-439E-94E5-3C86A172D23F}" srcOrd="2" destOrd="0" parTransId="{938D469D-584C-450C-B373-46061A60ED46}" sibTransId="{0DF352D4-C6D2-490A-8E94-E4FD71D85B4A}"/>
    <dgm:cxn modelId="{A99467FC-3084-463E-B728-D609649562C5}" type="presOf" srcId="{60D9E740-F9D5-420D-B68E-45F9733C2FC5}" destId="{FDC10989-E7C5-4440-A8B8-C9E0457EBA82}" srcOrd="0" destOrd="0" presId="urn:microsoft.com/office/officeart/2005/8/layout/hChevron3"/>
    <dgm:cxn modelId="{C2A2AA74-0E27-4B23-9410-F38CAB9F9A1B}" type="presParOf" srcId="{FDC10989-E7C5-4440-A8B8-C9E0457EBA82}" destId="{85C27244-62B5-422E-8251-2DFA8F21099B}" srcOrd="0" destOrd="0" presId="urn:microsoft.com/office/officeart/2005/8/layout/hChevron3"/>
    <dgm:cxn modelId="{61601430-5646-46D6-A79B-8AE336B56CED}" type="presParOf" srcId="{FDC10989-E7C5-4440-A8B8-C9E0457EBA82}" destId="{100319DF-065E-4FA3-984C-F6AAE891CE3A}" srcOrd="1" destOrd="0" presId="urn:microsoft.com/office/officeart/2005/8/layout/hChevron3"/>
    <dgm:cxn modelId="{FFC143C2-8C98-4D10-8B8D-2A990A316F20}" type="presParOf" srcId="{FDC10989-E7C5-4440-A8B8-C9E0457EBA82}" destId="{018C0CA6-8EF1-4262-A4F6-996592C8D503}" srcOrd="2" destOrd="0" presId="urn:microsoft.com/office/officeart/2005/8/layout/hChevron3"/>
    <dgm:cxn modelId="{020D8B82-16B4-4D62-ADE9-F126249C9883}" type="presParOf" srcId="{FDC10989-E7C5-4440-A8B8-C9E0457EBA82}" destId="{004E0946-2876-48B4-80C6-46D4AF186EDB}" srcOrd="3" destOrd="0" presId="urn:microsoft.com/office/officeart/2005/8/layout/hChevron3"/>
    <dgm:cxn modelId="{EEA303AD-5ADD-4B05-B34D-25285BDAF815}" type="presParOf" srcId="{FDC10989-E7C5-4440-A8B8-C9E0457EBA82}" destId="{7B3D29FF-60E1-446C-B22B-7D7C4C894A27}" srcOrd="4" destOrd="0" presId="urn:microsoft.com/office/officeart/2005/8/layout/hChevron3"/>
    <dgm:cxn modelId="{9401BA88-3FBC-4F93-A209-1DABEB0AD333}" type="presParOf" srcId="{FDC10989-E7C5-4440-A8B8-C9E0457EBA82}" destId="{BF3B07D0-B8A3-4D43-A33C-C2F782FC0735}" srcOrd="5" destOrd="0" presId="urn:microsoft.com/office/officeart/2005/8/layout/hChevron3"/>
    <dgm:cxn modelId="{E8AD21A9-70F2-4EA1-ADB5-AD09514A3E3E}" type="presParOf" srcId="{FDC10989-E7C5-4440-A8B8-C9E0457EBA82}" destId="{3DAC07F9-C54B-4193-9171-6451E62BCD0D}" srcOrd="6" destOrd="0" presId="urn:microsoft.com/office/officeart/2005/8/layout/hChevron3"/>
    <dgm:cxn modelId="{BFB79831-273A-4134-9DA6-7B359464F93B}" type="presParOf" srcId="{FDC10989-E7C5-4440-A8B8-C9E0457EBA82}" destId="{E2BD2214-73BB-4809-8646-FD638E80E881}" srcOrd="7" destOrd="0" presId="urn:microsoft.com/office/officeart/2005/8/layout/hChevron3"/>
    <dgm:cxn modelId="{FF1F7390-F404-408C-B6AC-6DFD78880B7D}" type="presParOf" srcId="{FDC10989-E7C5-4440-A8B8-C9E0457EBA82}" destId="{B214D505-B526-4078-BDA5-129F01C8DF12}" srcOrd="8" destOrd="0" presId="urn:microsoft.com/office/officeart/2005/8/layout/hChevron3"/>
    <dgm:cxn modelId="{5A80F9F1-AB1E-4517-8FD1-1C289828724B}" type="presParOf" srcId="{FDC10989-E7C5-4440-A8B8-C9E0457EBA82}" destId="{2C3AFFBB-3A17-413E-BCC5-5EF84E5E514F}" srcOrd="9" destOrd="0" presId="urn:microsoft.com/office/officeart/2005/8/layout/hChevron3"/>
    <dgm:cxn modelId="{985CFAAC-D37F-4332-A70E-1336A2BCAEB0}" type="presParOf" srcId="{FDC10989-E7C5-4440-A8B8-C9E0457EBA82}" destId="{1DA2E5FF-5E05-4A79-92CE-5ACA976E83D6}" srcOrd="1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0D9E740-F9D5-420D-B68E-45F9733C2FC5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78028F0-47A5-465A-9E1C-CA35BC6D5863}">
      <dgm:prSet phldrT="[Text]" custT="1"/>
      <dgm:spPr>
        <a:solidFill>
          <a:srgbClr val="1DD477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CPV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£3</a:t>
          </a:r>
        </a:p>
      </dgm:t>
    </dgm:pt>
    <dgm:pt modelId="{4B8621B1-8BB7-4ADE-9A5F-A883F54820ED}" type="parTrans" cxnId="{25A1D1C2-45C1-42F6-A3EF-D599DBB35454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472C0D56-354B-4BAC-BC27-841540F25CE8}" type="sibTrans" cxnId="{25A1D1C2-45C1-42F6-A3EF-D599DBB35454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9A358D50-6A27-4FA4-9824-30BE6C8193EF}">
      <dgm:prSet phldrT="[Text]" custT="1"/>
      <dgm:spPr>
        <a:solidFill>
          <a:srgbClr val="1DD477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CPeV</a:t>
          </a:r>
        </a:p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£36</a:t>
          </a:r>
        </a:p>
      </dgm:t>
    </dgm:pt>
    <dgm:pt modelId="{97C05200-D2EF-45AA-9E79-A43B19AB5F80}" type="parTrans" cxnId="{D594A8A0-0C40-4563-BE37-BD8D6A76BCD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87AEDC58-180E-43E4-89F3-DDD341CA9486}" type="sibTrans" cxnId="{D594A8A0-0C40-4563-BE37-BD8D6A76BCD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B1337BB7-D96A-41BE-878D-E64C279366D2}">
      <dgm:prSet custT="1"/>
      <dgm:spPr>
        <a:solidFill>
          <a:srgbClr val="1DD477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Spend Pacing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£38,310</a:t>
          </a:r>
        </a:p>
      </dgm:t>
    </dgm:pt>
    <dgm:pt modelId="{DEF1531F-077D-4BB9-AEC0-B9023FF10ABC}" type="parTrans" cxnId="{DD8DE5DF-1C49-4F77-A77F-FE5E3B1AC5E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C9C23790-C0C2-499C-85BB-375D88BA6EB7}" type="sibTrans" cxnId="{DD8DE5DF-1C49-4F77-A77F-FE5E3B1AC5E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20600288-DCF9-4293-8A57-1B5868927B8D}">
      <dgm:prSet custT="1"/>
      <dgm:spPr>
        <a:solidFill>
          <a:srgbClr val="1DD477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Visit Pacing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13,001</a:t>
          </a:r>
        </a:p>
      </dgm:t>
    </dgm:pt>
    <dgm:pt modelId="{33C02DA0-36EF-47B5-B57D-1801A6E90DD7}" type="parTrans" cxnId="{A8B86762-404A-4307-AF99-F91A8F81C15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10751E71-5D24-4D11-BA63-0454044B0CAB}" type="sibTrans" cxnId="{A8B86762-404A-4307-AF99-F91A8F81C15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E8898BD1-276A-439E-94E5-3C86A172D23F}">
      <dgm:prSet phldrT="[Text]" custT="1"/>
      <dgm:spPr>
        <a:solidFill>
          <a:srgbClr val="1DD477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EVR</a:t>
          </a:r>
        </a:p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8.1%</a:t>
          </a:r>
        </a:p>
      </dgm:t>
    </dgm:pt>
    <dgm:pt modelId="{938D469D-584C-450C-B373-46061A60ED46}" type="parTrans" cxnId="{4EA418EE-F6FD-4265-AE16-4A10CB9B69A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0DF352D4-C6D2-490A-8E94-E4FD71D85B4A}" type="sibTrans" cxnId="{4EA418EE-F6FD-4265-AE16-4A10CB9B69A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57D21E4C-225D-4D59-8F85-ABE4DF8B8D42}">
      <dgm:prSet phldrT="[Text]" custT="1"/>
      <dgm:spPr>
        <a:solidFill>
          <a:srgbClr val="1DD477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Engaged Visits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1,057</a:t>
          </a:r>
        </a:p>
      </dgm:t>
    </dgm:pt>
    <dgm:pt modelId="{3B05DB04-7543-45D3-BF71-65C974C009D5}" type="parTrans" cxnId="{597C274F-104A-40BD-B993-C445ECEADC95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F1FB94E2-EE76-4E8C-B157-03E2103CC748}" type="sibTrans" cxnId="{597C274F-104A-40BD-B993-C445ECEADC95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FDC10989-E7C5-4440-A8B8-C9E0457EBA82}" type="pres">
      <dgm:prSet presAssocID="{60D9E740-F9D5-420D-B68E-45F9733C2FC5}" presName="Name0" presStyleCnt="0">
        <dgm:presLayoutVars>
          <dgm:dir/>
          <dgm:resizeHandles val="exact"/>
        </dgm:presLayoutVars>
      </dgm:prSet>
      <dgm:spPr/>
    </dgm:pt>
    <dgm:pt modelId="{85C27244-62B5-422E-8251-2DFA8F21099B}" type="pres">
      <dgm:prSet presAssocID="{778028F0-47A5-465A-9E1C-CA35BC6D5863}" presName="parTxOnly" presStyleLbl="node1" presStyleIdx="0" presStyleCnt="6" custScaleY="143787">
        <dgm:presLayoutVars>
          <dgm:bulletEnabled val="1"/>
        </dgm:presLayoutVars>
      </dgm:prSet>
      <dgm:spPr/>
    </dgm:pt>
    <dgm:pt modelId="{100319DF-065E-4FA3-984C-F6AAE891CE3A}" type="pres">
      <dgm:prSet presAssocID="{472C0D56-354B-4BAC-BC27-841540F25CE8}" presName="parSpace" presStyleCnt="0"/>
      <dgm:spPr/>
    </dgm:pt>
    <dgm:pt modelId="{018C0CA6-8EF1-4262-A4F6-996592C8D503}" type="pres">
      <dgm:prSet presAssocID="{9A358D50-6A27-4FA4-9824-30BE6C8193EF}" presName="parTxOnly" presStyleLbl="node1" presStyleIdx="1" presStyleCnt="6" custScaleY="143787">
        <dgm:presLayoutVars>
          <dgm:bulletEnabled val="1"/>
        </dgm:presLayoutVars>
      </dgm:prSet>
      <dgm:spPr/>
    </dgm:pt>
    <dgm:pt modelId="{004E0946-2876-48B4-80C6-46D4AF186EDB}" type="pres">
      <dgm:prSet presAssocID="{87AEDC58-180E-43E4-89F3-DDD341CA9486}" presName="parSpace" presStyleCnt="0"/>
      <dgm:spPr/>
    </dgm:pt>
    <dgm:pt modelId="{7B3D29FF-60E1-446C-B22B-7D7C4C894A27}" type="pres">
      <dgm:prSet presAssocID="{E8898BD1-276A-439E-94E5-3C86A172D23F}" presName="parTxOnly" presStyleLbl="node1" presStyleIdx="2" presStyleCnt="6" custScaleY="143787">
        <dgm:presLayoutVars>
          <dgm:bulletEnabled val="1"/>
        </dgm:presLayoutVars>
      </dgm:prSet>
      <dgm:spPr/>
    </dgm:pt>
    <dgm:pt modelId="{BF3B07D0-B8A3-4D43-A33C-C2F782FC0735}" type="pres">
      <dgm:prSet presAssocID="{0DF352D4-C6D2-490A-8E94-E4FD71D85B4A}" presName="parSpace" presStyleCnt="0"/>
      <dgm:spPr/>
    </dgm:pt>
    <dgm:pt modelId="{3DAC07F9-C54B-4193-9171-6451E62BCD0D}" type="pres">
      <dgm:prSet presAssocID="{57D21E4C-225D-4D59-8F85-ABE4DF8B8D42}" presName="parTxOnly" presStyleLbl="node1" presStyleIdx="3" presStyleCnt="6" custScaleY="143787">
        <dgm:presLayoutVars>
          <dgm:bulletEnabled val="1"/>
        </dgm:presLayoutVars>
      </dgm:prSet>
      <dgm:spPr/>
    </dgm:pt>
    <dgm:pt modelId="{E2BD2214-73BB-4809-8646-FD638E80E881}" type="pres">
      <dgm:prSet presAssocID="{F1FB94E2-EE76-4E8C-B157-03E2103CC748}" presName="parSpace" presStyleCnt="0"/>
      <dgm:spPr/>
    </dgm:pt>
    <dgm:pt modelId="{B214D505-B526-4078-BDA5-129F01C8DF12}" type="pres">
      <dgm:prSet presAssocID="{B1337BB7-D96A-41BE-878D-E64C279366D2}" presName="parTxOnly" presStyleLbl="node1" presStyleIdx="4" presStyleCnt="6" custScaleY="143787">
        <dgm:presLayoutVars>
          <dgm:bulletEnabled val="1"/>
        </dgm:presLayoutVars>
      </dgm:prSet>
      <dgm:spPr/>
    </dgm:pt>
    <dgm:pt modelId="{2C3AFFBB-3A17-413E-BCC5-5EF84E5E514F}" type="pres">
      <dgm:prSet presAssocID="{C9C23790-C0C2-499C-85BB-375D88BA6EB7}" presName="parSpace" presStyleCnt="0"/>
      <dgm:spPr/>
    </dgm:pt>
    <dgm:pt modelId="{1DA2E5FF-5E05-4A79-92CE-5ACA976E83D6}" type="pres">
      <dgm:prSet presAssocID="{20600288-DCF9-4293-8A57-1B5868927B8D}" presName="parTxOnly" presStyleLbl="node1" presStyleIdx="5" presStyleCnt="6" custScaleY="143787">
        <dgm:presLayoutVars>
          <dgm:bulletEnabled val="1"/>
        </dgm:presLayoutVars>
      </dgm:prSet>
      <dgm:spPr/>
    </dgm:pt>
  </dgm:ptLst>
  <dgm:cxnLst>
    <dgm:cxn modelId="{B5A4AA19-7DF9-4063-B8C4-4D2289F4037F}" type="presOf" srcId="{20600288-DCF9-4293-8A57-1B5868927B8D}" destId="{1DA2E5FF-5E05-4A79-92CE-5ACA976E83D6}" srcOrd="0" destOrd="0" presId="urn:microsoft.com/office/officeart/2005/8/layout/hChevron3"/>
    <dgm:cxn modelId="{7F32C231-8D4E-4211-9452-8F0C8995DEB9}" type="presOf" srcId="{B1337BB7-D96A-41BE-878D-E64C279366D2}" destId="{B214D505-B526-4078-BDA5-129F01C8DF12}" srcOrd="0" destOrd="0" presId="urn:microsoft.com/office/officeart/2005/8/layout/hChevron3"/>
    <dgm:cxn modelId="{A8B86762-404A-4307-AF99-F91A8F81C15B}" srcId="{60D9E740-F9D5-420D-B68E-45F9733C2FC5}" destId="{20600288-DCF9-4293-8A57-1B5868927B8D}" srcOrd="5" destOrd="0" parTransId="{33C02DA0-36EF-47B5-B57D-1801A6E90DD7}" sibTransId="{10751E71-5D24-4D11-BA63-0454044B0CAB}"/>
    <dgm:cxn modelId="{C40D4364-3D0D-4405-BB4F-BDE642CA2F75}" type="presOf" srcId="{9A358D50-6A27-4FA4-9824-30BE6C8193EF}" destId="{018C0CA6-8EF1-4262-A4F6-996592C8D503}" srcOrd="0" destOrd="0" presId="urn:microsoft.com/office/officeart/2005/8/layout/hChevron3"/>
    <dgm:cxn modelId="{597C274F-104A-40BD-B993-C445ECEADC95}" srcId="{60D9E740-F9D5-420D-B68E-45F9733C2FC5}" destId="{57D21E4C-225D-4D59-8F85-ABE4DF8B8D42}" srcOrd="3" destOrd="0" parTransId="{3B05DB04-7543-45D3-BF71-65C974C009D5}" sibTransId="{F1FB94E2-EE76-4E8C-B157-03E2103CC748}"/>
    <dgm:cxn modelId="{25C97678-B43C-4439-8543-B6CC228271F5}" type="presOf" srcId="{57D21E4C-225D-4D59-8F85-ABE4DF8B8D42}" destId="{3DAC07F9-C54B-4193-9171-6451E62BCD0D}" srcOrd="0" destOrd="0" presId="urn:microsoft.com/office/officeart/2005/8/layout/hChevron3"/>
    <dgm:cxn modelId="{D594A8A0-0C40-4563-BE37-BD8D6A76BCDC}" srcId="{60D9E740-F9D5-420D-B68E-45F9733C2FC5}" destId="{9A358D50-6A27-4FA4-9824-30BE6C8193EF}" srcOrd="1" destOrd="0" parTransId="{97C05200-D2EF-45AA-9E79-A43B19AB5F80}" sibTransId="{87AEDC58-180E-43E4-89F3-DDD341CA9486}"/>
    <dgm:cxn modelId="{CB7C8EB1-5D28-4863-8A9D-2450B9A87AA3}" type="presOf" srcId="{E8898BD1-276A-439E-94E5-3C86A172D23F}" destId="{7B3D29FF-60E1-446C-B22B-7D7C4C894A27}" srcOrd="0" destOrd="0" presId="urn:microsoft.com/office/officeart/2005/8/layout/hChevron3"/>
    <dgm:cxn modelId="{09BD69BB-B448-4F33-98EC-D67ADC2F64D0}" type="presOf" srcId="{778028F0-47A5-465A-9E1C-CA35BC6D5863}" destId="{85C27244-62B5-422E-8251-2DFA8F21099B}" srcOrd="0" destOrd="0" presId="urn:microsoft.com/office/officeart/2005/8/layout/hChevron3"/>
    <dgm:cxn modelId="{25A1D1C2-45C1-42F6-A3EF-D599DBB35454}" srcId="{60D9E740-F9D5-420D-B68E-45F9733C2FC5}" destId="{778028F0-47A5-465A-9E1C-CA35BC6D5863}" srcOrd="0" destOrd="0" parTransId="{4B8621B1-8BB7-4ADE-9A5F-A883F54820ED}" sibTransId="{472C0D56-354B-4BAC-BC27-841540F25CE8}"/>
    <dgm:cxn modelId="{DD8DE5DF-1C49-4F77-A77F-FE5E3B1AC5EC}" srcId="{60D9E740-F9D5-420D-B68E-45F9733C2FC5}" destId="{B1337BB7-D96A-41BE-878D-E64C279366D2}" srcOrd="4" destOrd="0" parTransId="{DEF1531F-077D-4BB9-AEC0-B9023FF10ABC}" sibTransId="{C9C23790-C0C2-499C-85BB-375D88BA6EB7}"/>
    <dgm:cxn modelId="{4EA418EE-F6FD-4265-AE16-4A10CB9B69AB}" srcId="{60D9E740-F9D5-420D-B68E-45F9733C2FC5}" destId="{E8898BD1-276A-439E-94E5-3C86A172D23F}" srcOrd="2" destOrd="0" parTransId="{938D469D-584C-450C-B373-46061A60ED46}" sibTransId="{0DF352D4-C6D2-490A-8E94-E4FD71D85B4A}"/>
    <dgm:cxn modelId="{A99467FC-3084-463E-B728-D609649562C5}" type="presOf" srcId="{60D9E740-F9D5-420D-B68E-45F9733C2FC5}" destId="{FDC10989-E7C5-4440-A8B8-C9E0457EBA82}" srcOrd="0" destOrd="0" presId="urn:microsoft.com/office/officeart/2005/8/layout/hChevron3"/>
    <dgm:cxn modelId="{C2A2AA74-0E27-4B23-9410-F38CAB9F9A1B}" type="presParOf" srcId="{FDC10989-E7C5-4440-A8B8-C9E0457EBA82}" destId="{85C27244-62B5-422E-8251-2DFA8F21099B}" srcOrd="0" destOrd="0" presId="urn:microsoft.com/office/officeart/2005/8/layout/hChevron3"/>
    <dgm:cxn modelId="{61601430-5646-46D6-A79B-8AE336B56CED}" type="presParOf" srcId="{FDC10989-E7C5-4440-A8B8-C9E0457EBA82}" destId="{100319DF-065E-4FA3-984C-F6AAE891CE3A}" srcOrd="1" destOrd="0" presId="urn:microsoft.com/office/officeart/2005/8/layout/hChevron3"/>
    <dgm:cxn modelId="{FFC143C2-8C98-4D10-8B8D-2A990A316F20}" type="presParOf" srcId="{FDC10989-E7C5-4440-A8B8-C9E0457EBA82}" destId="{018C0CA6-8EF1-4262-A4F6-996592C8D503}" srcOrd="2" destOrd="0" presId="urn:microsoft.com/office/officeart/2005/8/layout/hChevron3"/>
    <dgm:cxn modelId="{020D8B82-16B4-4D62-ADE9-F126249C9883}" type="presParOf" srcId="{FDC10989-E7C5-4440-A8B8-C9E0457EBA82}" destId="{004E0946-2876-48B4-80C6-46D4AF186EDB}" srcOrd="3" destOrd="0" presId="urn:microsoft.com/office/officeart/2005/8/layout/hChevron3"/>
    <dgm:cxn modelId="{EEA303AD-5ADD-4B05-B34D-25285BDAF815}" type="presParOf" srcId="{FDC10989-E7C5-4440-A8B8-C9E0457EBA82}" destId="{7B3D29FF-60E1-446C-B22B-7D7C4C894A27}" srcOrd="4" destOrd="0" presId="urn:microsoft.com/office/officeart/2005/8/layout/hChevron3"/>
    <dgm:cxn modelId="{9401BA88-3FBC-4F93-A209-1DABEB0AD333}" type="presParOf" srcId="{FDC10989-E7C5-4440-A8B8-C9E0457EBA82}" destId="{BF3B07D0-B8A3-4D43-A33C-C2F782FC0735}" srcOrd="5" destOrd="0" presId="urn:microsoft.com/office/officeart/2005/8/layout/hChevron3"/>
    <dgm:cxn modelId="{E8AD21A9-70F2-4EA1-ADB5-AD09514A3E3E}" type="presParOf" srcId="{FDC10989-E7C5-4440-A8B8-C9E0457EBA82}" destId="{3DAC07F9-C54B-4193-9171-6451E62BCD0D}" srcOrd="6" destOrd="0" presId="urn:microsoft.com/office/officeart/2005/8/layout/hChevron3"/>
    <dgm:cxn modelId="{BFB79831-273A-4134-9DA6-7B359464F93B}" type="presParOf" srcId="{FDC10989-E7C5-4440-A8B8-C9E0457EBA82}" destId="{E2BD2214-73BB-4809-8646-FD638E80E881}" srcOrd="7" destOrd="0" presId="urn:microsoft.com/office/officeart/2005/8/layout/hChevron3"/>
    <dgm:cxn modelId="{FF1F7390-F404-408C-B6AC-6DFD78880B7D}" type="presParOf" srcId="{FDC10989-E7C5-4440-A8B8-C9E0457EBA82}" destId="{B214D505-B526-4078-BDA5-129F01C8DF12}" srcOrd="8" destOrd="0" presId="urn:microsoft.com/office/officeart/2005/8/layout/hChevron3"/>
    <dgm:cxn modelId="{5A80F9F1-AB1E-4517-8FD1-1C289828724B}" type="presParOf" srcId="{FDC10989-E7C5-4440-A8B8-C9E0457EBA82}" destId="{2C3AFFBB-3A17-413E-BCC5-5EF84E5E514F}" srcOrd="9" destOrd="0" presId="urn:microsoft.com/office/officeart/2005/8/layout/hChevron3"/>
    <dgm:cxn modelId="{985CFAAC-D37F-4332-A70E-1336A2BCAEB0}" type="presParOf" srcId="{FDC10989-E7C5-4440-A8B8-C9E0457EBA82}" destId="{1DA2E5FF-5E05-4A79-92CE-5ACA976E83D6}" srcOrd="1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496B65C-5DC5-495E-961B-F879D53BF9B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6A24737-FE56-4BBF-B1DE-922EFDC40E3D}">
      <dgm:prSet phldrT="[Text]" custT="1"/>
      <dgm:spPr>
        <a:solidFill>
          <a:srgbClr val="008CFF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 dirty="0">
              <a:latin typeface="Montserrat" panose="00000500000000000000" pitchFamily="50" charset="0"/>
            </a:rPr>
            <a:t>Contributes 76.1% of this campaign’s engaged visits this week.</a:t>
          </a:r>
          <a:endParaRPr lang="en-GB" sz="1100" dirty="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51224D51-E143-4702-B118-568B56F9E9F4}" type="parTrans" cxnId="{79CD44B0-F740-4A37-90F9-A816EACE0AB7}">
      <dgm:prSet/>
      <dgm:spPr/>
      <dgm:t>
        <a:bodyPr/>
        <a:lstStyle/>
        <a:p>
          <a:endParaRPr lang="en-GB" sz="110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BF9D4160-FE16-4F11-9169-B0A22498615C}" type="sibTrans" cxnId="{79CD44B0-F740-4A37-90F9-A816EACE0AB7}">
      <dgm:prSet/>
      <dgm:spPr/>
      <dgm:t>
        <a:bodyPr/>
        <a:lstStyle/>
        <a:p>
          <a:endParaRPr lang="en-GB" sz="110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A56CA538-10E4-4370-80A9-2D7E443FE4E4}">
      <dgm:prSet custT="1"/>
      <dgm:spPr>
        <a:solidFill>
          <a:srgbClr val="008CFF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 dirty="0">
              <a:latin typeface="Montserrat" panose="00000500000000000000" pitchFamily="50" charset="0"/>
            </a:rPr>
            <a:t>Engagement rate sits at 6.3%.</a:t>
          </a:r>
        </a:p>
      </dgm:t>
    </dgm:pt>
    <dgm:pt modelId="{42265847-F189-49BB-BC35-90866AB00F44}" type="parTrans" cxnId="{7812E2D1-B0B6-4BA7-8B23-6E2CB587B779}">
      <dgm:prSet/>
      <dgm:spPr/>
      <dgm:t>
        <a:bodyPr/>
        <a:lstStyle/>
        <a:p>
          <a:endParaRPr lang="en-GB"/>
        </a:p>
      </dgm:t>
    </dgm:pt>
    <dgm:pt modelId="{5B7967D4-0C38-4BB2-8202-708EE6EEAE1D}" type="sibTrans" cxnId="{7812E2D1-B0B6-4BA7-8B23-6E2CB587B779}">
      <dgm:prSet/>
      <dgm:spPr/>
      <dgm:t>
        <a:bodyPr/>
        <a:lstStyle/>
        <a:p>
          <a:endParaRPr lang="en-GB"/>
        </a:p>
      </dgm:t>
    </dgm:pt>
    <dgm:pt modelId="{AEB312FA-E9D3-4344-9FF4-98495E9F3352}">
      <dgm:prSet custT="1"/>
      <dgm:spPr>
        <a:solidFill>
          <a:srgbClr val="008CFF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 dirty="0">
              <a:latin typeface="Montserrat" panose="00000500000000000000" pitchFamily="50" charset="0"/>
            </a:rPr>
            <a:t>Cost per engaged visit is £5.</a:t>
          </a:r>
        </a:p>
      </dgm:t>
    </dgm:pt>
    <dgm:pt modelId="{FF7C1207-7CF2-42E0-9111-B3A76A328FDF}" type="parTrans" cxnId="{FEF8E225-18E3-4A2E-A629-1CF59078075D}">
      <dgm:prSet/>
      <dgm:spPr/>
      <dgm:t>
        <a:bodyPr/>
        <a:lstStyle/>
        <a:p>
          <a:endParaRPr lang="en-GB"/>
        </a:p>
      </dgm:t>
    </dgm:pt>
    <dgm:pt modelId="{FCDDEF58-FD19-4ED1-8879-F8EED4B0827D}" type="sibTrans" cxnId="{FEF8E225-18E3-4A2E-A629-1CF59078075D}">
      <dgm:prSet/>
      <dgm:spPr/>
      <dgm:t>
        <a:bodyPr/>
        <a:lstStyle/>
        <a:p>
          <a:endParaRPr lang="en-GB"/>
        </a:p>
      </dgm:t>
    </dgm:pt>
    <dgm:pt modelId="{14D49F92-74EB-40FC-957C-F8616CCABECE}" type="pres">
      <dgm:prSet presAssocID="{B496B65C-5DC5-495E-961B-F879D53BF9B3}" presName="linear" presStyleCnt="0">
        <dgm:presLayoutVars>
          <dgm:animLvl val="lvl"/>
          <dgm:resizeHandles val="exact"/>
        </dgm:presLayoutVars>
      </dgm:prSet>
      <dgm:spPr/>
    </dgm:pt>
    <dgm:pt modelId="{B33D79EF-396B-4A2F-B00E-77DDB9E7A48F}" type="pres">
      <dgm:prSet presAssocID="{46A24737-FE56-4BBF-B1DE-922EFDC40E3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09B4F0C-B243-4F82-AAF1-30DDAF27F2BC}" type="pres">
      <dgm:prSet presAssocID="{BF9D4160-FE16-4F11-9169-B0A22498615C}" presName="spacer" presStyleCnt="0"/>
      <dgm:spPr/>
    </dgm:pt>
    <dgm:pt modelId="{A5F949BB-A261-452B-B181-634E41627F9E}" type="pres">
      <dgm:prSet presAssocID="{A56CA538-10E4-4370-80A9-2D7E443FE4E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43F6987-CB88-4A16-8D5D-E7861D8AC2C9}" type="pres">
      <dgm:prSet presAssocID="{5B7967D4-0C38-4BB2-8202-708EE6EEAE1D}" presName="spacer" presStyleCnt="0"/>
      <dgm:spPr/>
    </dgm:pt>
    <dgm:pt modelId="{291440A4-19CB-462A-8E74-2832B0A33334}" type="pres">
      <dgm:prSet presAssocID="{AEB312FA-E9D3-4344-9FF4-98495E9F335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EF8E225-18E3-4A2E-A629-1CF59078075D}" srcId="{B496B65C-5DC5-495E-961B-F879D53BF9B3}" destId="{AEB312FA-E9D3-4344-9FF4-98495E9F3352}" srcOrd="2" destOrd="0" parTransId="{FF7C1207-7CF2-42E0-9111-B3A76A328FDF}" sibTransId="{FCDDEF58-FD19-4ED1-8879-F8EED4B0827D}"/>
    <dgm:cxn modelId="{6B8DCB48-DD98-4CC5-9E3B-A0D3F1DDBDE9}" type="presOf" srcId="{B496B65C-5DC5-495E-961B-F879D53BF9B3}" destId="{14D49F92-74EB-40FC-957C-F8616CCABECE}" srcOrd="0" destOrd="0" presId="urn:microsoft.com/office/officeart/2005/8/layout/vList2"/>
    <dgm:cxn modelId="{FC51D087-1185-4962-A7E1-7886FEAF34D3}" type="presOf" srcId="{46A24737-FE56-4BBF-B1DE-922EFDC40E3D}" destId="{B33D79EF-396B-4A2F-B00E-77DDB9E7A48F}" srcOrd="0" destOrd="0" presId="urn:microsoft.com/office/officeart/2005/8/layout/vList2"/>
    <dgm:cxn modelId="{1EA1BBAA-8A38-4FE5-912D-5EE322442C23}" type="presOf" srcId="{AEB312FA-E9D3-4344-9FF4-98495E9F3352}" destId="{291440A4-19CB-462A-8E74-2832B0A33334}" srcOrd="0" destOrd="0" presId="urn:microsoft.com/office/officeart/2005/8/layout/vList2"/>
    <dgm:cxn modelId="{79CD44B0-F740-4A37-90F9-A816EACE0AB7}" srcId="{B496B65C-5DC5-495E-961B-F879D53BF9B3}" destId="{46A24737-FE56-4BBF-B1DE-922EFDC40E3D}" srcOrd="0" destOrd="0" parTransId="{51224D51-E143-4702-B118-568B56F9E9F4}" sibTransId="{BF9D4160-FE16-4F11-9169-B0A22498615C}"/>
    <dgm:cxn modelId="{7DB3CBB4-8C13-436A-AFD9-B5CADD5E9CAB}" type="presOf" srcId="{A56CA538-10E4-4370-80A9-2D7E443FE4E4}" destId="{A5F949BB-A261-452B-B181-634E41627F9E}" srcOrd="0" destOrd="0" presId="urn:microsoft.com/office/officeart/2005/8/layout/vList2"/>
    <dgm:cxn modelId="{7812E2D1-B0B6-4BA7-8B23-6E2CB587B779}" srcId="{B496B65C-5DC5-495E-961B-F879D53BF9B3}" destId="{A56CA538-10E4-4370-80A9-2D7E443FE4E4}" srcOrd="1" destOrd="0" parTransId="{42265847-F189-49BB-BC35-90866AB00F44}" sibTransId="{5B7967D4-0C38-4BB2-8202-708EE6EEAE1D}"/>
    <dgm:cxn modelId="{AFADE7D6-1EC7-4AD3-8713-0E2D65E21CE1}" type="presParOf" srcId="{14D49F92-74EB-40FC-957C-F8616CCABECE}" destId="{B33D79EF-396B-4A2F-B00E-77DDB9E7A48F}" srcOrd="0" destOrd="0" presId="urn:microsoft.com/office/officeart/2005/8/layout/vList2"/>
    <dgm:cxn modelId="{80CDD827-C14E-4F67-8C04-5B92F9524F96}" type="presParOf" srcId="{14D49F92-74EB-40FC-957C-F8616CCABECE}" destId="{509B4F0C-B243-4F82-AAF1-30DDAF27F2BC}" srcOrd="1" destOrd="0" presId="urn:microsoft.com/office/officeart/2005/8/layout/vList2"/>
    <dgm:cxn modelId="{5B536FE9-4C94-495E-B980-D334C801AB97}" type="presParOf" srcId="{14D49F92-74EB-40FC-957C-F8616CCABECE}" destId="{A5F949BB-A261-452B-B181-634E41627F9E}" srcOrd="2" destOrd="0" presId="urn:microsoft.com/office/officeart/2005/8/layout/vList2"/>
    <dgm:cxn modelId="{3667E132-7EA1-4928-AD3B-0A9082161053}" type="presParOf" srcId="{14D49F92-74EB-40FC-957C-F8616CCABECE}" destId="{343F6987-CB88-4A16-8D5D-E7861D8AC2C9}" srcOrd="3" destOrd="0" presId="urn:microsoft.com/office/officeart/2005/8/layout/vList2"/>
    <dgm:cxn modelId="{62CA9AFB-8A7F-4357-8FBE-FF17B8134DE9}" type="presParOf" srcId="{14D49F92-74EB-40FC-957C-F8616CCABECE}" destId="{291440A4-19CB-462A-8E74-2832B0A3333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496B65C-5DC5-495E-961B-F879D53BF9B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6A24737-FE56-4BBF-B1DE-922EFDC40E3D}">
      <dgm:prSet phldrT="[Text]" custT="1"/>
      <dgm:spPr>
        <a:solidFill>
          <a:srgbClr val="008CFF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>
              <a:latin typeface="Montserrat" panose="00000500000000000000" pitchFamily="50" charset="0"/>
            </a:rPr>
            <a:t>Contributes 23.9% of this campaign’s engaged visits this week.</a:t>
          </a:r>
          <a:endParaRPr lang="en-GB" sz="1100" b="0" i="0" dirty="0">
            <a:latin typeface="Montserrat" panose="00000500000000000000" pitchFamily="50" charset="0"/>
          </a:endParaRPr>
        </a:p>
      </dgm:t>
    </dgm:pt>
    <dgm:pt modelId="{51224D51-E143-4702-B118-568B56F9E9F4}" type="parTrans" cxnId="{79CD44B0-F740-4A37-90F9-A816EACE0AB7}">
      <dgm:prSet/>
      <dgm:spPr/>
      <dgm:t>
        <a:bodyPr/>
        <a:lstStyle/>
        <a:p>
          <a:endParaRPr lang="en-GB" sz="110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BF9D4160-FE16-4F11-9169-B0A22498615C}" type="sibTrans" cxnId="{79CD44B0-F740-4A37-90F9-A816EACE0AB7}">
      <dgm:prSet/>
      <dgm:spPr/>
      <dgm:t>
        <a:bodyPr/>
        <a:lstStyle/>
        <a:p>
          <a:endParaRPr lang="en-GB" sz="110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44B118B9-A5EC-4402-9813-1DC5B40D8BEF}">
      <dgm:prSet custT="1"/>
      <dgm:spPr>
        <a:solidFill>
          <a:srgbClr val="008CFF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 dirty="0">
              <a:latin typeface="Montserrat" panose="00000500000000000000" pitchFamily="50" charset="0"/>
            </a:rPr>
            <a:t>Engagement rate sits at 2.7%.</a:t>
          </a:r>
        </a:p>
      </dgm:t>
    </dgm:pt>
    <dgm:pt modelId="{2D651B83-CE43-44CF-9A5F-A800D45FA9B9}" type="parTrans" cxnId="{3AFFF5E6-3129-47B2-91E7-9B8DCF32D6CE}">
      <dgm:prSet/>
      <dgm:spPr/>
      <dgm:t>
        <a:bodyPr/>
        <a:lstStyle/>
        <a:p>
          <a:endParaRPr lang="en-GB"/>
        </a:p>
      </dgm:t>
    </dgm:pt>
    <dgm:pt modelId="{021CFBA5-66F0-42EB-B3E2-1BDE06A93257}" type="sibTrans" cxnId="{3AFFF5E6-3129-47B2-91E7-9B8DCF32D6CE}">
      <dgm:prSet/>
      <dgm:spPr/>
      <dgm:t>
        <a:bodyPr/>
        <a:lstStyle/>
        <a:p>
          <a:endParaRPr lang="en-GB"/>
        </a:p>
      </dgm:t>
    </dgm:pt>
    <dgm:pt modelId="{94D9D66E-83DE-4963-B039-14C1D9A238C3}">
      <dgm:prSet custT="1"/>
      <dgm:spPr>
        <a:solidFill>
          <a:srgbClr val="008CFF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>
              <a:latin typeface="Montserrat" panose="00000500000000000000" pitchFamily="50" charset="0"/>
            </a:rPr>
            <a:t>Cost per engaged visit is £23.</a:t>
          </a:r>
        </a:p>
      </dgm:t>
    </dgm:pt>
    <dgm:pt modelId="{3CD6E41E-9DDD-4A0C-BD17-626D089A86C5}" type="parTrans" cxnId="{0CF22AC2-B73A-448C-8E22-25B21F98B624}">
      <dgm:prSet/>
      <dgm:spPr/>
      <dgm:t>
        <a:bodyPr/>
        <a:lstStyle/>
        <a:p>
          <a:endParaRPr lang="en-GB"/>
        </a:p>
      </dgm:t>
    </dgm:pt>
    <dgm:pt modelId="{BC123F2D-45F8-4C2D-AE9C-1719D94A5DB5}" type="sibTrans" cxnId="{0CF22AC2-B73A-448C-8E22-25B21F98B624}">
      <dgm:prSet/>
      <dgm:spPr/>
      <dgm:t>
        <a:bodyPr/>
        <a:lstStyle/>
        <a:p>
          <a:endParaRPr lang="en-GB"/>
        </a:p>
      </dgm:t>
    </dgm:pt>
    <dgm:pt modelId="{14D49F92-74EB-40FC-957C-F8616CCABECE}" type="pres">
      <dgm:prSet presAssocID="{B496B65C-5DC5-495E-961B-F879D53BF9B3}" presName="linear" presStyleCnt="0">
        <dgm:presLayoutVars>
          <dgm:animLvl val="lvl"/>
          <dgm:resizeHandles val="exact"/>
        </dgm:presLayoutVars>
      </dgm:prSet>
      <dgm:spPr/>
    </dgm:pt>
    <dgm:pt modelId="{B33D79EF-396B-4A2F-B00E-77DDB9E7A48F}" type="pres">
      <dgm:prSet presAssocID="{46A24737-FE56-4BBF-B1DE-922EFDC40E3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09B4F0C-B243-4F82-AAF1-30DDAF27F2BC}" type="pres">
      <dgm:prSet presAssocID="{BF9D4160-FE16-4F11-9169-B0A22498615C}" presName="spacer" presStyleCnt="0"/>
      <dgm:spPr/>
    </dgm:pt>
    <dgm:pt modelId="{3F09F379-DFDB-4313-8F22-391D0049FD67}" type="pres">
      <dgm:prSet presAssocID="{44B118B9-A5EC-4402-9813-1DC5B40D8BE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DAFC5D7-D18E-46CE-B154-E3B90E40797A}" type="pres">
      <dgm:prSet presAssocID="{021CFBA5-66F0-42EB-B3E2-1BDE06A93257}" presName="spacer" presStyleCnt="0"/>
      <dgm:spPr/>
    </dgm:pt>
    <dgm:pt modelId="{35B5504B-2545-434C-B8D3-4D5FF4D1B9F6}" type="pres">
      <dgm:prSet presAssocID="{94D9D66E-83DE-4963-B039-14C1D9A238C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01DE400-8AA8-48DE-8B78-7EF3A627D2B8}" type="presOf" srcId="{94D9D66E-83DE-4963-B039-14C1D9A238C3}" destId="{35B5504B-2545-434C-B8D3-4D5FF4D1B9F6}" srcOrd="0" destOrd="0" presId="urn:microsoft.com/office/officeart/2005/8/layout/vList2"/>
    <dgm:cxn modelId="{6B8DCB48-DD98-4CC5-9E3B-A0D3F1DDBDE9}" type="presOf" srcId="{B496B65C-5DC5-495E-961B-F879D53BF9B3}" destId="{14D49F92-74EB-40FC-957C-F8616CCABECE}" srcOrd="0" destOrd="0" presId="urn:microsoft.com/office/officeart/2005/8/layout/vList2"/>
    <dgm:cxn modelId="{AA7C884D-D3F3-4810-B97A-713941D9E296}" type="presOf" srcId="{44B118B9-A5EC-4402-9813-1DC5B40D8BEF}" destId="{3F09F379-DFDB-4313-8F22-391D0049FD67}" srcOrd="0" destOrd="0" presId="urn:microsoft.com/office/officeart/2005/8/layout/vList2"/>
    <dgm:cxn modelId="{FC51D087-1185-4962-A7E1-7886FEAF34D3}" type="presOf" srcId="{46A24737-FE56-4BBF-B1DE-922EFDC40E3D}" destId="{B33D79EF-396B-4A2F-B00E-77DDB9E7A48F}" srcOrd="0" destOrd="0" presId="urn:microsoft.com/office/officeart/2005/8/layout/vList2"/>
    <dgm:cxn modelId="{79CD44B0-F740-4A37-90F9-A816EACE0AB7}" srcId="{B496B65C-5DC5-495E-961B-F879D53BF9B3}" destId="{46A24737-FE56-4BBF-B1DE-922EFDC40E3D}" srcOrd="0" destOrd="0" parTransId="{51224D51-E143-4702-B118-568B56F9E9F4}" sibTransId="{BF9D4160-FE16-4F11-9169-B0A22498615C}"/>
    <dgm:cxn modelId="{0CF22AC2-B73A-448C-8E22-25B21F98B624}" srcId="{B496B65C-5DC5-495E-961B-F879D53BF9B3}" destId="{94D9D66E-83DE-4963-B039-14C1D9A238C3}" srcOrd="2" destOrd="0" parTransId="{3CD6E41E-9DDD-4A0C-BD17-626D089A86C5}" sibTransId="{BC123F2D-45F8-4C2D-AE9C-1719D94A5DB5}"/>
    <dgm:cxn modelId="{3AFFF5E6-3129-47B2-91E7-9B8DCF32D6CE}" srcId="{B496B65C-5DC5-495E-961B-F879D53BF9B3}" destId="{44B118B9-A5EC-4402-9813-1DC5B40D8BEF}" srcOrd="1" destOrd="0" parTransId="{2D651B83-CE43-44CF-9A5F-A800D45FA9B9}" sibTransId="{021CFBA5-66F0-42EB-B3E2-1BDE06A93257}"/>
    <dgm:cxn modelId="{AFADE7D6-1EC7-4AD3-8713-0E2D65E21CE1}" type="presParOf" srcId="{14D49F92-74EB-40FC-957C-F8616CCABECE}" destId="{B33D79EF-396B-4A2F-B00E-77DDB9E7A48F}" srcOrd="0" destOrd="0" presId="urn:microsoft.com/office/officeart/2005/8/layout/vList2"/>
    <dgm:cxn modelId="{80CDD827-C14E-4F67-8C04-5B92F9524F96}" type="presParOf" srcId="{14D49F92-74EB-40FC-957C-F8616CCABECE}" destId="{509B4F0C-B243-4F82-AAF1-30DDAF27F2BC}" srcOrd="1" destOrd="0" presId="urn:microsoft.com/office/officeart/2005/8/layout/vList2"/>
    <dgm:cxn modelId="{2F593137-CBC4-4CBF-8A31-86DC858CD01D}" type="presParOf" srcId="{14D49F92-74EB-40FC-957C-F8616CCABECE}" destId="{3F09F379-DFDB-4313-8F22-391D0049FD67}" srcOrd="2" destOrd="0" presId="urn:microsoft.com/office/officeart/2005/8/layout/vList2"/>
    <dgm:cxn modelId="{85FE6F0D-DF59-4E45-BEA8-C70D371E84C4}" type="presParOf" srcId="{14D49F92-74EB-40FC-957C-F8616CCABECE}" destId="{EDAFC5D7-D18E-46CE-B154-E3B90E40797A}" srcOrd="3" destOrd="0" presId="urn:microsoft.com/office/officeart/2005/8/layout/vList2"/>
    <dgm:cxn modelId="{77BCD1B1-DD24-42A9-9921-FF9082C8A635}" type="presParOf" srcId="{14D49F92-74EB-40FC-957C-F8616CCABECE}" destId="{35B5504B-2545-434C-B8D3-4D5FF4D1B9F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8DEE3EF-2119-4008-A9C7-60795CF0C08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2266CFE-3D2D-40F6-8EA1-253BD32675A7}">
      <dgm:prSet phldrT="[Text]" custT="1"/>
      <dgm:spPr>
        <a:solidFill>
          <a:srgbClr val="008CFF"/>
        </a:solidFill>
      </dgm:spPr>
      <dgm:t>
        <a:bodyPr/>
        <a:lstStyle/>
        <a:p>
          <a:pPr>
            <a:buNone/>
          </a:pPr>
          <a:r>
            <a:rPr lang="en-GB" sz="1100" dirty="0">
              <a:latin typeface="Montserrat" panose="00000500000000000000" pitchFamily="50" charset="0"/>
            </a:rPr>
            <a:t>Spend</a:t>
          </a:r>
          <a:br>
            <a:rPr lang="en-GB" sz="1100" dirty="0">
              <a:latin typeface="Montserrat" panose="00000500000000000000" pitchFamily="50" charset="0"/>
            </a:rPr>
          </a:br>
          <a:r>
            <a:rPr lang="en-GB" sz="1100" dirty="0">
              <a:latin typeface="Montserrat" panose="00000500000000000000" pitchFamily="50" charset="0"/>
            </a:rPr>
            <a:t>£</a:t>
          </a:r>
          <a:r>
            <a:rPr lang="en-GB" sz="1100" b="0" i="0" dirty="0"/>
            <a:t>43,427</a:t>
          </a:r>
          <a:endParaRPr lang="en-GB" sz="1100" dirty="0"/>
        </a:p>
      </dgm:t>
    </dgm:pt>
    <dgm:pt modelId="{38D68114-32A4-4406-BE28-5C9424B55E95}" type="parTrans" cxnId="{837CB8C8-A638-4C74-8ED0-8F44E87064EF}">
      <dgm:prSet/>
      <dgm:spPr/>
      <dgm:t>
        <a:bodyPr/>
        <a:lstStyle/>
        <a:p>
          <a:endParaRPr lang="en-GB" sz="1100"/>
        </a:p>
      </dgm:t>
    </dgm:pt>
    <dgm:pt modelId="{493EB1E3-3A24-4073-9865-5DB5622A611E}" type="sibTrans" cxnId="{837CB8C8-A638-4C74-8ED0-8F44E87064EF}">
      <dgm:prSet/>
      <dgm:spPr/>
      <dgm:t>
        <a:bodyPr/>
        <a:lstStyle/>
        <a:p>
          <a:endParaRPr lang="en-GB" sz="1100"/>
        </a:p>
      </dgm:t>
    </dgm:pt>
    <dgm:pt modelId="{790B09E8-FBDA-43D0-A0E1-6EC4571AB612}">
      <dgm:prSet phldrT="[Text]" custT="1"/>
      <dgm:spPr>
        <a:solidFill>
          <a:srgbClr val="008CFF"/>
        </a:solidFill>
      </dgm:spPr>
      <dgm:t>
        <a:bodyPr/>
        <a:lstStyle/>
        <a:p>
          <a:r>
            <a:rPr kumimoji="0" lang="en-US" altLang="en-US" sz="1100" b="0" i="0" u="none" strike="noStrike" cap="none" normalizeH="0" baseline="0" dirty="0">
              <a:ln/>
              <a:effectLst/>
              <a:latin typeface="Montserrat" panose="00000500000000000000" pitchFamily="50" charset="0"/>
            </a:rPr>
            <a:t>Traffic</a:t>
          </a:r>
          <a:br>
            <a:rPr kumimoji="0" lang="en-US" altLang="en-US" sz="1100" b="0" i="0" u="none" strike="noStrike" cap="none" normalizeH="0" baseline="0" dirty="0">
              <a:ln/>
              <a:effectLst/>
              <a:latin typeface="Montserrat" panose="00000500000000000000" pitchFamily="50" charset="0"/>
            </a:rPr>
          </a:br>
          <a:r>
            <a:rPr lang="en-GB" sz="1100" b="0" i="0" dirty="0"/>
            <a:t>95,936</a:t>
          </a:r>
          <a:endParaRPr lang="en-GB" sz="1100" dirty="0"/>
        </a:p>
      </dgm:t>
    </dgm:pt>
    <dgm:pt modelId="{11A09D2A-EBD7-4522-8582-D87EBED6D971}" type="parTrans" cxnId="{3CC34637-2C22-42CE-B042-CF8BE04F9DE2}">
      <dgm:prSet/>
      <dgm:spPr/>
      <dgm:t>
        <a:bodyPr/>
        <a:lstStyle/>
        <a:p>
          <a:endParaRPr lang="en-GB" sz="1100"/>
        </a:p>
      </dgm:t>
    </dgm:pt>
    <dgm:pt modelId="{D9E6941C-F6EC-401D-B2B8-7256664633B3}" type="sibTrans" cxnId="{3CC34637-2C22-42CE-B042-CF8BE04F9DE2}">
      <dgm:prSet/>
      <dgm:spPr/>
      <dgm:t>
        <a:bodyPr/>
        <a:lstStyle/>
        <a:p>
          <a:endParaRPr lang="en-GB" sz="1100"/>
        </a:p>
      </dgm:t>
    </dgm:pt>
    <dgm:pt modelId="{2E0817D1-B8D9-4128-890D-308788BE31A2}">
      <dgm:prSet phldrT="[Text]" custT="1"/>
      <dgm:spPr>
        <a:solidFill>
          <a:srgbClr val="008CFF"/>
        </a:solidFill>
      </dgm:spPr>
      <dgm:t>
        <a:bodyPr/>
        <a:lstStyle/>
        <a:p>
          <a:r>
            <a:rPr kumimoji="0" lang="en-US" altLang="en-US" sz="1100" b="0" i="0" u="none" strike="noStrike" cap="none" normalizeH="0" baseline="0" dirty="0">
              <a:ln/>
              <a:effectLst/>
              <a:latin typeface="Montserrat" panose="00000500000000000000" pitchFamily="50" charset="0"/>
            </a:rPr>
            <a:t>Engaged Visits</a:t>
          </a:r>
          <a:br>
            <a:rPr kumimoji="0" lang="en-US" altLang="en-US" sz="1100" b="0" i="0" u="none" strike="noStrike" cap="none" normalizeH="0" baseline="0" dirty="0">
              <a:ln/>
              <a:effectLst/>
              <a:latin typeface="Montserrat" panose="00000500000000000000" pitchFamily="50" charset="0"/>
            </a:rPr>
          </a:br>
          <a:r>
            <a:rPr lang="en-GB" sz="1100" b="0" i="0" dirty="0"/>
            <a:t>4,547</a:t>
          </a:r>
          <a:endParaRPr lang="en-GB" sz="1100" dirty="0"/>
        </a:p>
      </dgm:t>
    </dgm:pt>
    <dgm:pt modelId="{B6AE2BCB-282F-4DBD-BB2D-49F3B3FA7073}" type="parTrans" cxnId="{9B642F15-0698-4F8A-B6BF-999DCCE562DF}">
      <dgm:prSet/>
      <dgm:spPr/>
      <dgm:t>
        <a:bodyPr/>
        <a:lstStyle/>
        <a:p>
          <a:endParaRPr lang="en-GB" sz="1100"/>
        </a:p>
      </dgm:t>
    </dgm:pt>
    <dgm:pt modelId="{877763E3-F8D9-4809-B412-C54B86C3DB4E}" type="sibTrans" cxnId="{9B642F15-0698-4F8A-B6BF-999DCCE562DF}">
      <dgm:prSet/>
      <dgm:spPr/>
      <dgm:t>
        <a:bodyPr/>
        <a:lstStyle/>
        <a:p>
          <a:endParaRPr lang="en-GB" sz="1100"/>
        </a:p>
      </dgm:t>
    </dgm:pt>
    <dgm:pt modelId="{08265FF0-4B29-4838-812E-96755B74887C}">
      <dgm:prSet phldrT="[Text]" custT="1"/>
      <dgm:spPr>
        <a:solidFill>
          <a:srgbClr val="008CFF"/>
        </a:solidFill>
      </dgm:spPr>
      <dgm:t>
        <a:bodyPr/>
        <a:lstStyle/>
        <a:p>
          <a:r>
            <a:rPr lang="en-GB" sz="1100" dirty="0">
              <a:latin typeface="Montserrat" panose="00000500000000000000" pitchFamily="50" charset="0"/>
            </a:rPr>
            <a:t>EVR</a:t>
          </a:r>
          <a:br>
            <a:rPr lang="en-GB" sz="1100" dirty="0">
              <a:latin typeface="Montserrat" panose="00000500000000000000" pitchFamily="50" charset="0"/>
            </a:rPr>
          </a:br>
          <a:r>
            <a:rPr lang="en-GB" sz="1100" b="0" i="0" dirty="0"/>
            <a:t>4.7</a:t>
          </a:r>
          <a:r>
            <a:rPr lang="en-GB" sz="1100" dirty="0">
              <a:latin typeface="Montserrat" panose="00000500000000000000" pitchFamily="50" charset="0"/>
            </a:rPr>
            <a:t>%</a:t>
          </a:r>
        </a:p>
      </dgm:t>
    </dgm:pt>
    <dgm:pt modelId="{B66F8A82-620D-434A-8B95-16BFD005CD43}" type="parTrans" cxnId="{5F71C43F-26AB-4339-8453-DD876C2A0D3B}">
      <dgm:prSet/>
      <dgm:spPr/>
      <dgm:t>
        <a:bodyPr/>
        <a:lstStyle/>
        <a:p>
          <a:endParaRPr lang="en-GB" sz="1100"/>
        </a:p>
      </dgm:t>
    </dgm:pt>
    <dgm:pt modelId="{04B6A197-33BB-4F71-A814-E8BBD1EE2E82}" type="sibTrans" cxnId="{5F71C43F-26AB-4339-8453-DD876C2A0D3B}">
      <dgm:prSet/>
      <dgm:spPr/>
      <dgm:t>
        <a:bodyPr/>
        <a:lstStyle/>
        <a:p>
          <a:endParaRPr lang="en-GB" sz="1100"/>
        </a:p>
      </dgm:t>
    </dgm:pt>
    <dgm:pt modelId="{046E4BA6-2E69-41AB-9C3A-AF8B83567FC3}" type="pres">
      <dgm:prSet presAssocID="{E8DEE3EF-2119-4008-A9C7-60795CF0C08B}" presName="Name0" presStyleCnt="0">
        <dgm:presLayoutVars>
          <dgm:dir/>
          <dgm:animLvl val="lvl"/>
          <dgm:resizeHandles val="exact"/>
        </dgm:presLayoutVars>
      </dgm:prSet>
      <dgm:spPr/>
    </dgm:pt>
    <dgm:pt modelId="{AF59DF92-6679-45BD-8A01-751CE5EEC643}" type="pres">
      <dgm:prSet presAssocID="{82266CFE-3D2D-40F6-8EA1-253BD32675A7}" presName="parTxOnly" presStyleLbl="node1" presStyleIdx="0" presStyleCnt="4" custScaleY="82015">
        <dgm:presLayoutVars>
          <dgm:chMax val="0"/>
          <dgm:chPref val="0"/>
          <dgm:bulletEnabled val="1"/>
        </dgm:presLayoutVars>
      </dgm:prSet>
      <dgm:spPr/>
    </dgm:pt>
    <dgm:pt modelId="{5B5B42BF-4538-458A-AA1F-2B2605954999}" type="pres">
      <dgm:prSet presAssocID="{493EB1E3-3A24-4073-9865-5DB5622A611E}" presName="parTxOnlySpace" presStyleCnt="0"/>
      <dgm:spPr/>
    </dgm:pt>
    <dgm:pt modelId="{9ECEE4BA-ACE9-41FC-B8BE-820B3E1CEBF6}" type="pres">
      <dgm:prSet presAssocID="{790B09E8-FBDA-43D0-A0E1-6EC4571AB612}" presName="parTxOnly" presStyleLbl="node1" presStyleIdx="1" presStyleCnt="4" custScaleY="82015">
        <dgm:presLayoutVars>
          <dgm:chMax val="0"/>
          <dgm:chPref val="0"/>
          <dgm:bulletEnabled val="1"/>
        </dgm:presLayoutVars>
      </dgm:prSet>
      <dgm:spPr/>
    </dgm:pt>
    <dgm:pt modelId="{20065FC2-3754-4260-B0C1-B6C2B7890600}" type="pres">
      <dgm:prSet presAssocID="{D9E6941C-F6EC-401D-B2B8-7256664633B3}" presName="parTxOnlySpace" presStyleCnt="0"/>
      <dgm:spPr/>
    </dgm:pt>
    <dgm:pt modelId="{8596D482-7562-4471-B51D-30BFF6D7CB66}" type="pres">
      <dgm:prSet presAssocID="{2E0817D1-B8D9-4128-890D-308788BE31A2}" presName="parTxOnly" presStyleLbl="node1" presStyleIdx="2" presStyleCnt="4" custScaleY="82015">
        <dgm:presLayoutVars>
          <dgm:chMax val="0"/>
          <dgm:chPref val="0"/>
          <dgm:bulletEnabled val="1"/>
        </dgm:presLayoutVars>
      </dgm:prSet>
      <dgm:spPr/>
    </dgm:pt>
    <dgm:pt modelId="{F364BDC4-FA8D-4F2B-89B2-F9664F2717F0}" type="pres">
      <dgm:prSet presAssocID="{877763E3-F8D9-4809-B412-C54B86C3DB4E}" presName="parTxOnlySpace" presStyleCnt="0"/>
      <dgm:spPr/>
    </dgm:pt>
    <dgm:pt modelId="{D5F74DE1-8F2C-4A6F-9F0C-F20CBA342704}" type="pres">
      <dgm:prSet presAssocID="{08265FF0-4B29-4838-812E-96755B74887C}" presName="parTxOnly" presStyleLbl="node1" presStyleIdx="3" presStyleCnt="4" custScaleY="82015">
        <dgm:presLayoutVars>
          <dgm:chMax val="0"/>
          <dgm:chPref val="0"/>
          <dgm:bulletEnabled val="1"/>
        </dgm:presLayoutVars>
      </dgm:prSet>
      <dgm:spPr/>
    </dgm:pt>
  </dgm:ptLst>
  <dgm:cxnLst>
    <dgm:cxn modelId="{EE51E307-CB9D-469F-9B64-07ECB79644A6}" type="presOf" srcId="{790B09E8-FBDA-43D0-A0E1-6EC4571AB612}" destId="{9ECEE4BA-ACE9-41FC-B8BE-820B3E1CEBF6}" srcOrd="0" destOrd="0" presId="urn:microsoft.com/office/officeart/2005/8/layout/chevron1"/>
    <dgm:cxn modelId="{9B642F15-0698-4F8A-B6BF-999DCCE562DF}" srcId="{E8DEE3EF-2119-4008-A9C7-60795CF0C08B}" destId="{2E0817D1-B8D9-4128-890D-308788BE31A2}" srcOrd="2" destOrd="0" parTransId="{B6AE2BCB-282F-4DBD-BB2D-49F3B3FA7073}" sibTransId="{877763E3-F8D9-4809-B412-C54B86C3DB4E}"/>
    <dgm:cxn modelId="{C314202F-CDC6-4D6E-A7DC-65269E2B645B}" type="presOf" srcId="{82266CFE-3D2D-40F6-8EA1-253BD32675A7}" destId="{AF59DF92-6679-45BD-8A01-751CE5EEC643}" srcOrd="0" destOrd="0" presId="urn:microsoft.com/office/officeart/2005/8/layout/chevron1"/>
    <dgm:cxn modelId="{3CC34637-2C22-42CE-B042-CF8BE04F9DE2}" srcId="{E8DEE3EF-2119-4008-A9C7-60795CF0C08B}" destId="{790B09E8-FBDA-43D0-A0E1-6EC4571AB612}" srcOrd="1" destOrd="0" parTransId="{11A09D2A-EBD7-4522-8582-D87EBED6D971}" sibTransId="{D9E6941C-F6EC-401D-B2B8-7256664633B3}"/>
    <dgm:cxn modelId="{875BC73A-8C77-46EE-89E2-DF056EE8E2BC}" type="presOf" srcId="{08265FF0-4B29-4838-812E-96755B74887C}" destId="{D5F74DE1-8F2C-4A6F-9F0C-F20CBA342704}" srcOrd="0" destOrd="0" presId="urn:microsoft.com/office/officeart/2005/8/layout/chevron1"/>
    <dgm:cxn modelId="{5F71C43F-26AB-4339-8453-DD876C2A0D3B}" srcId="{E8DEE3EF-2119-4008-A9C7-60795CF0C08B}" destId="{08265FF0-4B29-4838-812E-96755B74887C}" srcOrd="3" destOrd="0" parTransId="{B66F8A82-620D-434A-8B95-16BFD005CD43}" sibTransId="{04B6A197-33BB-4F71-A814-E8BBD1EE2E82}"/>
    <dgm:cxn modelId="{01E09D45-BAA3-40DB-B6EC-661EBBFF616D}" type="presOf" srcId="{E8DEE3EF-2119-4008-A9C7-60795CF0C08B}" destId="{046E4BA6-2E69-41AB-9C3A-AF8B83567FC3}" srcOrd="0" destOrd="0" presId="urn:microsoft.com/office/officeart/2005/8/layout/chevron1"/>
    <dgm:cxn modelId="{55B91E48-01B2-49C1-8BD9-35D4C5405FB3}" type="presOf" srcId="{2E0817D1-B8D9-4128-890D-308788BE31A2}" destId="{8596D482-7562-4471-B51D-30BFF6D7CB66}" srcOrd="0" destOrd="0" presId="urn:microsoft.com/office/officeart/2005/8/layout/chevron1"/>
    <dgm:cxn modelId="{837CB8C8-A638-4C74-8ED0-8F44E87064EF}" srcId="{E8DEE3EF-2119-4008-A9C7-60795CF0C08B}" destId="{82266CFE-3D2D-40F6-8EA1-253BD32675A7}" srcOrd="0" destOrd="0" parTransId="{38D68114-32A4-4406-BE28-5C9424B55E95}" sibTransId="{493EB1E3-3A24-4073-9865-5DB5622A611E}"/>
    <dgm:cxn modelId="{791BF119-397F-45A3-92AD-776C541FEE05}" type="presParOf" srcId="{046E4BA6-2E69-41AB-9C3A-AF8B83567FC3}" destId="{AF59DF92-6679-45BD-8A01-751CE5EEC643}" srcOrd="0" destOrd="0" presId="urn:microsoft.com/office/officeart/2005/8/layout/chevron1"/>
    <dgm:cxn modelId="{33CD354E-9A22-4FA9-8AE6-F4D986E9ED43}" type="presParOf" srcId="{046E4BA6-2E69-41AB-9C3A-AF8B83567FC3}" destId="{5B5B42BF-4538-458A-AA1F-2B2605954999}" srcOrd="1" destOrd="0" presId="urn:microsoft.com/office/officeart/2005/8/layout/chevron1"/>
    <dgm:cxn modelId="{B4ADADC9-C0F6-449A-A020-ADD34398AE89}" type="presParOf" srcId="{046E4BA6-2E69-41AB-9C3A-AF8B83567FC3}" destId="{9ECEE4BA-ACE9-41FC-B8BE-820B3E1CEBF6}" srcOrd="2" destOrd="0" presId="urn:microsoft.com/office/officeart/2005/8/layout/chevron1"/>
    <dgm:cxn modelId="{5A5C1A35-1D00-4833-BDD9-1CC90F0A69BD}" type="presParOf" srcId="{046E4BA6-2E69-41AB-9C3A-AF8B83567FC3}" destId="{20065FC2-3754-4260-B0C1-B6C2B7890600}" srcOrd="3" destOrd="0" presId="urn:microsoft.com/office/officeart/2005/8/layout/chevron1"/>
    <dgm:cxn modelId="{E17A8B4C-5610-4127-9FDE-3CE4C14D8967}" type="presParOf" srcId="{046E4BA6-2E69-41AB-9C3A-AF8B83567FC3}" destId="{8596D482-7562-4471-B51D-30BFF6D7CB66}" srcOrd="4" destOrd="0" presId="urn:microsoft.com/office/officeart/2005/8/layout/chevron1"/>
    <dgm:cxn modelId="{A30153EB-750A-458B-9C39-DC561E107114}" type="presParOf" srcId="{046E4BA6-2E69-41AB-9C3A-AF8B83567FC3}" destId="{F364BDC4-FA8D-4F2B-89B2-F9664F2717F0}" srcOrd="5" destOrd="0" presId="urn:microsoft.com/office/officeart/2005/8/layout/chevron1"/>
    <dgm:cxn modelId="{A8C27243-C251-4CA2-A546-2689FCCC0C3F}" type="presParOf" srcId="{046E4BA6-2E69-41AB-9C3A-AF8B83567FC3}" destId="{D5F74DE1-8F2C-4A6F-9F0C-F20CBA342704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0D9E740-F9D5-420D-B68E-45F9733C2FC5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78028F0-47A5-465A-9E1C-CA35BC6D5863}">
      <dgm:prSet phldrT="[Text]" custT="1"/>
      <dgm:spPr>
        <a:solidFill>
          <a:srgbClr val="FD8001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CPV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£0</a:t>
          </a:r>
        </a:p>
      </dgm:t>
    </dgm:pt>
    <dgm:pt modelId="{4B8621B1-8BB7-4ADE-9A5F-A883F54820ED}" type="parTrans" cxnId="{25A1D1C2-45C1-42F6-A3EF-D599DBB35454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472C0D56-354B-4BAC-BC27-841540F25CE8}" type="sibTrans" cxnId="{25A1D1C2-45C1-42F6-A3EF-D599DBB35454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9A358D50-6A27-4FA4-9824-30BE6C8193EF}">
      <dgm:prSet phldrT="[Text]" custT="1"/>
      <dgm:spPr>
        <a:solidFill>
          <a:srgbClr val="FD8001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CPeV</a:t>
          </a:r>
        </a:p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£5</a:t>
          </a:r>
        </a:p>
      </dgm:t>
    </dgm:pt>
    <dgm:pt modelId="{97C05200-D2EF-45AA-9E79-A43B19AB5F80}" type="parTrans" cxnId="{D594A8A0-0C40-4563-BE37-BD8D6A76BCD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87AEDC58-180E-43E4-89F3-DDD341CA9486}" type="sibTrans" cxnId="{D594A8A0-0C40-4563-BE37-BD8D6A76BCD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B1337BB7-D96A-41BE-878D-E64C279366D2}">
      <dgm:prSet custT="1"/>
      <dgm:spPr>
        <a:solidFill>
          <a:srgbClr val="FD8001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Spend Pacing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£18,591</a:t>
          </a:r>
        </a:p>
      </dgm:t>
    </dgm:pt>
    <dgm:pt modelId="{DEF1531F-077D-4BB9-AEC0-B9023FF10ABC}" type="parTrans" cxnId="{DD8DE5DF-1C49-4F77-A77F-FE5E3B1AC5E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C9C23790-C0C2-499C-85BB-375D88BA6EB7}" type="sibTrans" cxnId="{DD8DE5DF-1C49-4F77-A77F-FE5E3B1AC5E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20600288-DCF9-4293-8A57-1B5868927B8D}">
      <dgm:prSet custT="1"/>
      <dgm:spPr>
        <a:solidFill>
          <a:srgbClr val="FD8001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Visit Pacing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55,381</a:t>
          </a:r>
        </a:p>
      </dgm:t>
    </dgm:pt>
    <dgm:pt modelId="{33C02DA0-36EF-47B5-B57D-1801A6E90DD7}" type="parTrans" cxnId="{A8B86762-404A-4307-AF99-F91A8F81C15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10751E71-5D24-4D11-BA63-0454044B0CAB}" type="sibTrans" cxnId="{A8B86762-404A-4307-AF99-F91A8F81C15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E8898BD1-276A-439E-94E5-3C86A172D23F}">
      <dgm:prSet phldrT="[Text]" custT="1"/>
      <dgm:spPr>
        <a:solidFill>
          <a:srgbClr val="FD8001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EVR</a:t>
          </a:r>
        </a:p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6.3%</a:t>
          </a:r>
        </a:p>
      </dgm:t>
    </dgm:pt>
    <dgm:pt modelId="{938D469D-584C-450C-B373-46061A60ED46}" type="parTrans" cxnId="{4EA418EE-F6FD-4265-AE16-4A10CB9B69A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0DF352D4-C6D2-490A-8E94-E4FD71D85B4A}" type="sibTrans" cxnId="{4EA418EE-F6FD-4265-AE16-4A10CB9B69A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57D21E4C-225D-4D59-8F85-ABE4DF8B8D42}">
      <dgm:prSet phldrT="[Text]" custT="1"/>
      <dgm:spPr>
        <a:solidFill>
          <a:srgbClr val="FD8001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Engaged Visits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3,462</a:t>
          </a:r>
        </a:p>
      </dgm:t>
    </dgm:pt>
    <dgm:pt modelId="{3B05DB04-7543-45D3-BF71-65C974C009D5}" type="parTrans" cxnId="{597C274F-104A-40BD-B993-C445ECEADC95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F1FB94E2-EE76-4E8C-B157-03E2103CC748}" type="sibTrans" cxnId="{597C274F-104A-40BD-B993-C445ECEADC95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FDC10989-E7C5-4440-A8B8-C9E0457EBA82}" type="pres">
      <dgm:prSet presAssocID="{60D9E740-F9D5-420D-B68E-45F9733C2FC5}" presName="Name0" presStyleCnt="0">
        <dgm:presLayoutVars>
          <dgm:dir/>
          <dgm:resizeHandles val="exact"/>
        </dgm:presLayoutVars>
      </dgm:prSet>
      <dgm:spPr/>
    </dgm:pt>
    <dgm:pt modelId="{85C27244-62B5-422E-8251-2DFA8F21099B}" type="pres">
      <dgm:prSet presAssocID="{778028F0-47A5-465A-9E1C-CA35BC6D5863}" presName="parTxOnly" presStyleLbl="node1" presStyleIdx="0" presStyleCnt="6" custScaleY="143787">
        <dgm:presLayoutVars>
          <dgm:bulletEnabled val="1"/>
        </dgm:presLayoutVars>
      </dgm:prSet>
      <dgm:spPr/>
    </dgm:pt>
    <dgm:pt modelId="{100319DF-065E-4FA3-984C-F6AAE891CE3A}" type="pres">
      <dgm:prSet presAssocID="{472C0D56-354B-4BAC-BC27-841540F25CE8}" presName="parSpace" presStyleCnt="0"/>
      <dgm:spPr/>
    </dgm:pt>
    <dgm:pt modelId="{018C0CA6-8EF1-4262-A4F6-996592C8D503}" type="pres">
      <dgm:prSet presAssocID="{9A358D50-6A27-4FA4-9824-30BE6C8193EF}" presName="parTxOnly" presStyleLbl="node1" presStyleIdx="1" presStyleCnt="6" custScaleY="143787">
        <dgm:presLayoutVars>
          <dgm:bulletEnabled val="1"/>
        </dgm:presLayoutVars>
      </dgm:prSet>
      <dgm:spPr/>
    </dgm:pt>
    <dgm:pt modelId="{004E0946-2876-48B4-80C6-46D4AF186EDB}" type="pres">
      <dgm:prSet presAssocID="{87AEDC58-180E-43E4-89F3-DDD341CA9486}" presName="parSpace" presStyleCnt="0"/>
      <dgm:spPr/>
    </dgm:pt>
    <dgm:pt modelId="{7B3D29FF-60E1-446C-B22B-7D7C4C894A27}" type="pres">
      <dgm:prSet presAssocID="{E8898BD1-276A-439E-94E5-3C86A172D23F}" presName="parTxOnly" presStyleLbl="node1" presStyleIdx="2" presStyleCnt="6" custScaleY="143787">
        <dgm:presLayoutVars>
          <dgm:bulletEnabled val="1"/>
        </dgm:presLayoutVars>
      </dgm:prSet>
      <dgm:spPr/>
    </dgm:pt>
    <dgm:pt modelId="{BF3B07D0-B8A3-4D43-A33C-C2F782FC0735}" type="pres">
      <dgm:prSet presAssocID="{0DF352D4-C6D2-490A-8E94-E4FD71D85B4A}" presName="parSpace" presStyleCnt="0"/>
      <dgm:spPr/>
    </dgm:pt>
    <dgm:pt modelId="{3DAC07F9-C54B-4193-9171-6451E62BCD0D}" type="pres">
      <dgm:prSet presAssocID="{57D21E4C-225D-4D59-8F85-ABE4DF8B8D42}" presName="parTxOnly" presStyleLbl="node1" presStyleIdx="3" presStyleCnt="6" custScaleY="143787">
        <dgm:presLayoutVars>
          <dgm:bulletEnabled val="1"/>
        </dgm:presLayoutVars>
      </dgm:prSet>
      <dgm:spPr/>
    </dgm:pt>
    <dgm:pt modelId="{E2BD2214-73BB-4809-8646-FD638E80E881}" type="pres">
      <dgm:prSet presAssocID="{F1FB94E2-EE76-4E8C-B157-03E2103CC748}" presName="parSpace" presStyleCnt="0"/>
      <dgm:spPr/>
    </dgm:pt>
    <dgm:pt modelId="{B214D505-B526-4078-BDA5-129F01C8DF12}" type="pres">
      <dgm:prSet presAssocID="{B1337BB7-D96A-41BE-878D-E64C279366D2}" presName="parTxOnly" presStyleLbl="node1" presStyleIdx="4" presStyleCnt="6" custScaleY="143787">
        <dgm:presLayoutVars>
          <dgm:bulletEnabled val="1"/>
        </dgm:presLayoutVars>
      </dgm:prSet>
      <dgm:spPr/>
    </dgm:pt>
    <dgm:pt modelId="{2C3AFFBB-3A17-413E-BCC5-5EF84E5E514F}" type="pres">
      <dgm:prSet presAssocID="{C9C23790-C0C2-499C-85BB-375D88BA6EB7}" presName="parSpace" presStyleCnt="0"/>
      <dgm:spPr/>
    </dgm:pt>
    <dgm:pt modelId="{1DA2E5FF-5E05-4A79-92CE-5ACA976E83D6}" type="pres">
      <dgm:prSet presAssocID="{20600288-DCF9-4293-8A57-1B5868927B8D}" presName="parTxOnly" presStyleLbl="node1" presStyleIdx="5" presStyleCnt="6" custScaleY="143787">
        <dgm:presLayoutVars>
          <dgm:bulletEnabled val="1"/>
        </dgm:presLayoutVars>
      </dgm:prSet>
      <dgm:spPr/>
    </dgm:pt>
  </dgm:ptLst>
  <dgm:cxnLst>
    <dgm:cxn modelId="{B5A4AA19-7DF9-4063-B8C4-4D2289F4037F}" type="presOf" srcId="{20600288-DCF9-4293-8A57-1B5868927B8D}" destId="{1DA2E5FF-5E05-4A79-92CE-5ACA976E83D6}" srcOrd="0" destOrd="0" presId="urn:microsoft.com/office/officeart/2005/8/layout/hChevron3"/>
    <dgm:cxn modelId="{7F32C231-8D4E-4211-9452-8F0C8995DEB9}" type="presOf" srcId="{B1337BB7-D96A-41BE-878D-E64C279366D2}" destId="{B214D505-B526-4078-BDA5-129F01C8DF12}" srcOrd="0" destOrd="0" presId="urn:microsoft.com/office/officeart/2005/8/layout/hChevron3"/>
    <dgm:cxn modelId="{A8B86762-404A-4307-AF99-F91A8F81C15B}" srcId="{60D9E740-F9D5-420D-B68E-45F9733C2FC5}" destId="{20600288-DCF9-4293-8A57-1B5868927B8D}" srcOrd="5" destOrd="0" parTransId="{33C02DA0-36EF-47B5-B57D-1801A6E90DD7}" sibTransId="{10751E71-5D24-4D11-BA63-0454044B0CAB}"/>
    <dgm:cxn modelId="{C40D4364-3D0D-4405-BB4F-BDE642CA2F75}" type="presOf" srcId="{9A358D50-6A27-4FA4-9824-30BE6C8193EF}" destId="{018C0CA6-8EF1-4262-A4F6-996592C8D503}" srcOrd="0" destOrd="0" presId="urn:microsoft.com/office/officeart/2005/8/layout/hChevron3"/>
    <dgm:cxn modelId="{597C274F-104A-40BD-B993-C445ECEADC95}" srcId="{60D9E740-F9D5-420D-B68E-45F9733C2FC5}" destId="{57D21E4C-225D-4D59-8F85-ABE4DF8B8D42}" srcOrd="3" destOrd="0" parTransId="{3B05DB04-7543-45D3-BF71-65C974C009D5}" sibTransId="{F1FB94E2-EE76-4E8C-B157-03E2103CC748}"/>
    <dgm:cxn modelId="{25C97678-B43C-4439-8543-B6CC228271F5}" type="presOf" srcId="{57D21E4C-225D-4D59-8F85-ABE4DF8B8D42}" destId="{3DAC07F9-C54B-4193-9171-6451E62BCD0D}" srcOrd="0" destOrd="0" presId="urn:microsoft.com/office/officeart/2005/8/layout/hChevron3"/>
    <dgm:cxn modelId="{D594A8A0-0C40-4563-BE37-BD8D6A76BCDC}" srcId="{60D9E740-F9D5-420D-B68E-45F9733C2FC5}" destId="{9A358D50-6A27-4FA4-9824-30BE6C8193EF}" srcOrd="1" destOrd="0" parTransId="{97C05200-D2EF-45AA-9E79-A43B19AB5F80}" sibTransId="{87AEDC58-180E-43E4-89F3-DDD341CA9486}"/>
    <dgm:cxn modelId="{CB7C8EB1-5D28-4863-8A9D-2450B9A87AA3}" type="presOf" srcId="{E8898BD1-276A-439E-94E5-3C86A172D23F}" destId="{7B3D29FF-60E1-446C-B22B-7D7C4C894A27}" srcOrd="0" destOrd="0" presId="urn:microsoft.com/office/officeart/2005/8/layout/hChevron3"/>
    <dgm:cxn modelId="{09BD69BB-B448-4F33-98EC-D67ADC2F64D0}" type="presOf" srcId="{778028F0-47A5-465A-9E1C-CA35BC6D5863}" destId="{85C27244-62B5-422E-8251-2DFA8F21099B}" srcOrd="0" destOrd="0" presId="urn:microsoft.com/office/officeart/2005/8/layout/hChevron3"/>
    <dgm:cxn modelId="{25A1D1C2-45C1-42F6-A3EF-D599DBB35454}" srcId="{60D9E740-F9D5-420D-B68E-45F9733C2FC5}" destId="{778028F0-47A5-465A-9E1C-CA35BC6D5863}" srcOrd="0" destOrd="0" parTransId="{4B8621B1-8BB7-4ADE-9A5F-A883F54820ED}" sibTransId="{472C0D56-354B-4BAC-BC27-841540F25CE8}"/>
    <dgm:cxn modelId="{DD8DE5DF-1C49-4F77-A77F-FE5E3B1AC5EC}" srcId="{60D9E740-F9D5-420D-B68E-45F9733C2FC5}" destId="{B1337BB7-D96A-41BE-878D-E64C279366D2}" srcOrd="4" destOrd="0" parTransId="{DEF1531F-077D-4BB9-AEC0-B9023FF10ABC}" sibTransId="{C9C23790-C0C2-499C-85BB-375D88BA6EB7}"/>
    <dgm:cxn modelId="{4EA418EE-F6FD-4265-AE16-4A10CB9B69AB}" srcId="{60D9E740-F9D5-420D-B68E-45F9733C2FC5}" destId="{E8898BD1-276A-439E-94E5-3C86A172D23F}" srcOrd="2" destOrd="0" parTransId="{938D469D-584C-450C-B373-46061A60ED46}" sibTransId="{0DF352D4-C6D2-490A-8E94-E4FD71D85B4A}"/>
    <dgm:cxn modelId="{A99467FC-3084-463E-B728-D609649562C5}" type="presOf" srcId="{60D9E740-F9D5-420D-B68E-45F9733C2FC5}" destId="{FDC10989-E7C5-4440-A8B8-C9E0457EBA82}" srcOrd="0" destOrd="0" presId="urn:microsoft.com/office/officeart/2005/8/layout/hChevron3"/>
    <dgm:cxn modelId="{C2A2AA74-0E27-4B23-9410-F38CAB9F9A1B}" type="presParOf" srcId="{FDC10989-E7C5-4440-A8B8-C9E0457EBA82}" destId="{85C27244-62B5-422E-8251-2DFA8F21099B}" srcOrd="0" destOrd="0" presId="urn:microsoft.com/office/officeart/2005/8/layout/hChevron3"/>
    <dgm:cxn modelId="{61601430-5646-46D6-A79B-8AE336B56CED}" type="presParOf" srcId="{FDC10989-E7C5-4440-A8B8-C9E0457EBA82}" destId="{100319DF-065E-4FA3-984C-F6AAE891CE3A}" srcOrd="1" destOrd="0" presId="urn:microsoft.com/office/officeart/2005/8/layout/hChevron3"/>
    <dgm:cxn modelId="{FFC143C2-8C98-4D10-8B8D-2A990A316F20}" type="presParOf" srcId="{FDC10989-E7C5-4440-A8B8-C9E0457EBA82}" destId="{018C0CA6-8EF1-4262-A4F6-996592C8D503}" srcOrd="2" destOrd="0" presId="urn:microsoft.com/office/officeart/2005/8/layout/hChevron3"/>
    <dgm:cxn modelId="{020D8B82-16B4-4D62-ADE9-F126249C9883}" type="presParOf" srcId="{FDC10989-E7C5-4440-A8B8-C9E0457EBA82}" destId="{004E0946-2876-48B4-80C6-46D4AF186EDB}" srcOrd="3" destOrd="0" presId="urn:microsoft.com/office/officeart/2005/8/layout/hChevron3"/>
    <dgm:cxn modelId="{EEA303AD-5ADD-4B05-B34D-25285BDAF815}" type="presParOf" srcId="{FDC10989-E7C5-4440-A8B8-C9E0457EBA82}" destId="{7B3D29FF-60E1-446C-B22B-7D7C4C894A27}" srcOrd="4" destOrd="0" presId="urn:microsoft.com/office/officeart/2005/8/layout/hChevron3"/>
    <dgm:cxn modelId="{9401BA88-3FBC-4F93-A209-1DABEB0AD333}" type="presParOf" srcId="{FDC10989-E7C5-4440-A8B8-C9E0457EBA82}" destId="{BF3B07D0-B8A3-4D43-A33C-C2F782FC0735}" srcOrd="5" destOrd="0" presId="urn:microsoft.com/office/officeart/2005/8/layout/hChevron3"/>
    <dgm:cxn modelId="{E8AD21A9-70F2-4EA1-ADB5-AD09514A3E3E}" type="presParOf" srcId="{FDC10989-E7C5-4440-A8B8-C9E0457EBA82}" destId="{3DAC07F9-C54B-4193-9171-6451E62BCD0D}" srcOrd="6" destOrd="0" presId="urn:microsoft.com/office/officeart/2005/8/layout/hChevron3"/>
    <dgm:cxn modelId="{BFB79831-273A-4134-9DA6-7B359464F93B}" type="presParOf" srcId="{FDC10989-E7C5-4440-A8B8-C9E0457EBA82}" destId="{E2BD2214-73BB-4809-8646-FD638E80E881}" srcOrd="7" destOrd="0" presId="urn:microsoft.com/office/officeart/2005/8/layout/hChevron3"/>
    <dgm:cxn modelId="{FF1F7390-F404-408C-B6AC-6DFD78880B7D}" type="presParOf" srcId="{FDC10989-E7C5-4440-A8B8-C9E0457EBA82}" destId="{B214D505-B526-4078-BDA5-129F01C8DF12}" srcOrd="8" destOrd="0" presId="urn:microsoft.com/office/officeart/2005/8/layout/hChevron3"/>
    <dgm:cxn modelId="{5A80F9F1-AB1E-4517-8FD1-1C289828724B}" type="presParOf" srcId="{FDC10989-E7C5-4440-A8B8-C9E0457EBA82}" destId="{2C3AFFBB-3A17-413E-BCC5-5EF84E5E514F}" srcOrd="9" destOrd="0" presId="urn:microsoft.com/office/officeart/2005/8/layout/hChevron3"/>
    <dgm:cxn modelId="{985CFAAC-D37F-4332-A70E-1336A2BCAEB0}" type="presParOf" srcId="{FDC10989-E7C5-4440-A8B8-C9E0457EBA82}" destId="{1DA2E5FF-5E05-4A79-92CE-5ACA976E83D6}" srcOrd="10" destOrd="0" presId="urn:microsoft.com/office/officeart/2005/8/layout/hChevron3"/>
  </dgm:cxnLst>
  <dgm:bg>
    <a:noFill/>
  </dgm:bg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0D9E740-F9D5-420D-B68E-45F9733C2FC5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78028F0-47A5-465A-9E1C-CA35BC6D5863}">
      <dgm:prSet phldrT="[Text]" custT="1"/>
      <dgm:spPr>
        <a:solidFill>
          <a:srgbClr val="FD8001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CPV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£1</a:t>
          </a:r>
        </a:p>
      </dgm:t>
    </dgm:pt>
    <dgm:pt modelId="{4B8621B1-8BB7-4ADE-9A5F-A883F54820ED}" type="parTrans" cxnId="{25A1D1C2-45C1-42F6-A3EF-D599DBB35454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472C0D56-354B-4BAC-BC27-841540F25CE8}" type="sibTrans" cxnId="{25A1D1C2-45C1-42F6-A3EF-D599DBB35454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9A358D50-6A27-4FA4-9824-30BE6C8193EF}">
      <dgm:prSet phldrT="[Text]" custT="1"/>
      <dgm:spPr>
        <a:solidFill>
          <a:srgbClr val="FD8001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CPeV</a:t>
          </a:r>
        </a:p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£23</a:t>
          </a:r>
        </a:p>
      </dgm:t>
    </dgm:pt>
    <dgm:pt modelId="{97C05200-D2EF-45AA-9E79-A43B19AB5F80}" type="parTrans" cxnId="{D594A8A0-0C40-4563-BE37-BD8D6A76BCD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87AEDC58-180E-43E4-89F3-DDD341CA9486}" type="sibTrans" cxnId="{D594A8A0-0C40-4563-BE37-BD8D6A76BCD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B1337BB7-D96A-41BE-878D-E64C279366D2}">
      <dgm:prSet custT="1"/>
      <dgm:spPr>
        <a:solidFill>
          <a:srgbClr val="FD8001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Spend Pacing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£24,836</a:t>
          </a:r>
        </a:p>
      </dgm:t>
    </dgm:pt>
    <dgm:pt modelId="{DEF1531F-077D-4BB9-AEC0-B9023FF10ABC}" type="parTrans" cxnId="{DD8DE5DF-1C49-4F77-A77F-FE5E3B1AC5E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C9C23790-C0C2-499C-85BB-375D88BA6EB7}" type="sibTrans" cxnId="{DD8DE5DF-1C49-4F77-A77F-FE5E3B1AC5E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20600288-DCF9-4293-8A57-1B5868927B8D}">
      <dgm:prSet custT="1"/>
      <dgm:spPr>
        <a:solidFill>
          <a:srgbClr val="FD8001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Visit Pacing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40,555</a:t>
          </a:r>
        </a:p>
      </dgm:t>
    </dgm:pt>
    <dgm:pt modelId="{33C02DA0-36EF-47B5-B57D-1801A6E90DD7}" type="parTrans" cxnId="{A8B86762-404A-4307-AF99-F91A8F81C15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10751E71-5D24-4D11-BA63-0454044B0CAB}" type="sibTrans" cxnId="{A8B86762-404A-4307-AF99-F91A8F81C15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E8898BD1-276A-439E-94E5-3C86A172D23F}">
      <dgm:prSet phldrT="[Text]" custT="1"/>
      <dgm:spPr>
        <a:solidFill>
          <a:srgbClr val="FD8001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EVR</a:t>
          </a:r>
        </a:p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2.7%</a:t>
          </a:r>
        </a:p>
      </dgm:t>
    </dgm:pt>
    <dgm:pt modelId="{938D469D-584C-450C-B373-46061A60ED46}" type="parTrans" cxnId="{4EA418EE-F6FD-4265-AE16-4A10CB9B69A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0DF352D4-C6D2-490A-8E94-E4FD71D85B4A}" type="sibTrans" cxnId="{4EA418EE-F6FD-4265-AE16-4A10CB9B69A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57D21E4C-225D-4D59-8F85-ABE4DF8B8D42}">
      <dgm:prSet phldrT="[Text]" custT="1"/>
      <dgm:spPr>
        <a:solidFill>
          <a:srgbClr val="FD8001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Engaged Visits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1,085</a:t>
          </a:r>
        </a:p>
      </dgm:t>
    </dgm:pt>
    <dgm:pt modelId="{3B05DB04-7543-45D3-BF71-65C974C009D5}" type="parTrans" cxnId="{597C274F-104A-40BD-B993-C445ECEADC95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F1FB94E2-EE76-4E8C-B157-03E2103CC748}" type="sibTrans" cxnId="{597C274F-104A-40BD-B993-C445ECEADC95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FDC10989-E7C5-4440-A8B8-C9E0457EBA82}" type="pres">
      <dgm:prSet presAssocID="{60D9E740-F9D5-420D-B68E-45F9733C2FC5}" presName="Name0" presStyleCnt="0">
        <dgm:presLayoutVars>
          <dgm:dir/>
          <dgm:resizeHandles val="exact"/>
        </dgm:presLayoutVars>
      </dgm:prSet>
      <dgm:spPr/>
    </dgm:pt>
    <dgm:pt modelId="{85C27244-62B5-422E-8251-2DFA8F21099B}" type="pres">
      <dgm:prSet presAssocID="{778028F0-47A5-465A-9E1C-CA35BC6D5863}" presName="parTxOnly" presStyleLbl="node1" presStyleIdx="0" presStyleCnt="6" custScaleY="143787">
        <dgm:presLayoutVars>
          <dgm:bulletEnabled val="1"/>
        </dgm:presLayoutVars>
      </dgm:prSet>
      <dgm:spPr/>
    </dgm:pt>
    <dgm:pt modelId="{100319DF-065E-4FA3-984C-F6AAE891CE3A}" type="pres">
      <dgm:prSet presAssocID="{472C0D56-354B-4BAC-BC27-841540F25CE8}" presName="parSpace" presStyleCnt="0"/>
      <dgm:spPr/>
    </dgm:pt>
    <dgm:pt modelId="{018C0CA6-8EF1-4262-A4F6-996592C8D503}" type="pres">
      <dgm:prSet presAssocID="{9A358D50-6A27-4FA4-9824-30BE6C8193EF}" presName="parTxOnly" presStyleLbl="node1" presStyleIdx="1" presStyleCnt="6" custScaleY="143787">
        <dgm:presLayoutVars>
          <dgm:bulletEnabled val="1"/>
        </dgm:presLayoutVars>
      </dgm:prSet>
      <dgm:spPr/>
    </dgm:pt>
    <dgm:pt modelId="{004E0946-2876-48B4-80C6-46D4AF186EDB}" type="pres">
      <dgm:prSet presAssocID="{87AEDC58-180E-43E4-89F3-DDD341CA9486}" presName="parSpace" presStyleCnt="0"/>
      <dgm:spPr/>
    </dgm:pt>
    <dgm:pt modelId="{7B3D29FF-60E1-446C-B22B-7D7C4C894A27}" type="pres">
      <dgm:prSet presAssocID="{E8898BD1-276A-439E-94E5-3C86A172D23F}" presName="parTxOnly" presStyleLbl="node1" presStyleIdx="2" presStyleCnt="6" custScaleY="143787">
        <dgm:presLayoutVars>
          <dgm:bulletEnabled val="1"/>
        </dgm:presLayoutVars>
      </dgm:prSet>
      <dgm:spPr/>
    </dgm:pt>
    <dgm:pt modelId="{BF3B07D0-B8A3-4D43-A33C-C2F782FC0735}" type="pres">
      <dgm:prSet presAssocID="{0DF352D4-C6D2-490A-8E94-E4FD71D85B4A}" presName="parSpace" presStyleCnt="0"/>
      <dgm:spPr/>
    </dgm:pt>
    <dgm:pt modelId="{3DAC07F9-C54B-4193-9171-6451E62BCD0D}" type="pres">
      <dgm:prSet presAssocID="{57D21E4C-225D-4D59-8F85-ABE4DF8B8D42}" presName="parTxOnly" presStyleLbl="node1" presStyleIdx="3" presStyleCnt="6" custScaleY="143787">
        <dgm:presLayoutVars>
          <dgm:bulletEnabled val="1"/>
        </dgm:presLayoutVars>
      </dgm:prSet>
      <dgm:spPr/>
    </dgm:pt>
    <dgm:pt modelId="{E2BD2214-73BB-4809-8646-FD638E80E881}" type="pres">
      <dgm:prSet presAssocID="{F1FB94E2-EE76-4E8C-B157-03E2103CC748}" presName="parSpace" presStyleCnt="0"/>
      <dgm:spPr/>
    </dgm:pt>
    <dgm:pt modelId="{B214D505-B526-4078-BDA5-129F01C8DF12}" type="pres">
      <dgm:prSet presAssocID="{B1337BB7-D96A-41BE-878D-E64C279366D2}" presName="parTxOnly" presStyleLbl="node1" presStyleIdx="4" presStyleCnt="6" custScaleY="143787">
        <dgm:presLayoutVars>
          <dgm:bulletEnabled val="1"/>
        </dgm:presLayoutVars>
      </dgm:prSet>
      <dgm:spPr/>
    </dgm:pt>
    <dgm:pt modelId="{2C3AFFBB-3A17-413E-BCC5-5EF84E5E514F}" type="pres">
      <dgm:prSet presAssocID="{C9C23790-C0C2-499C-85BB-375D88BA6EB7}" presName="parSpace" presStyleCnt="0"/>
      <dgm:spPr/>
    </dgm:pt>
    <dgm:pt modelId="{1DA2E5FF-5E05-4A79-92CE-5ACA976E83D6}" type="pres">
      <dgm:prSet presAssocID="{20600288-DCF9-4293-8A57-1B5868927B8D}" presName="parTxOnly" presStyleLbl="node1" presStyleIdx="5" presStyleCnt="6" custScaleY="143787">
        <dgm:presLayoutVars>
          <dgm:bulletEnabled val="1"/>
        </dgm:presLayoutVars>
      </dgm:prSet>
      <dgm:spPr/>
    </dgm:pt>
  </dgm:ptLst>
  <dgm:cxnLst>
    <dgm:cxn modelId="{B5A4AA19-7DF9-4063-B8C4-4D2289F4037F}" type="presOf" srcId="{20600288-DCF9-4293-8A57-1B5868927B8D}" destId="{1DA2E5FF-5E05-4A79-92CE-5ACA976E83D6}" srcOrd="0" destOrd="0" presId="urn:microsoft.com/office/officeart/2005/8/layout/hChevron3"/>
    <dgm:cxn modelId="{7F32C231-8D4E-4211-9452-8F0C8995DEB9}" type="presOf" srcId="{B1337BB7-D96A-41BE-878D-E64C279366D2}" destId="{B214D505-B526-4078-BDA5-129F01C8DF12}" srcOrd="0" destOrd="0" presId="urn:microsoft.com/office/officeart/2005/8/layout/hChevron3"/>
    <dgm:cxn modelId="{A8B86762-404A-4307-AF99-F91A8F81C15B}" srcId="{60D9E740-F9D5-420D-B68E-45F9733C2FC5}" destId="{20600288-DCF9-4293-8A57-1B5868927B8D}" srcOrd="5" destOrd="0" parTransId="{33C02DA0-36EF-47B5-B57D-1801A6E90DD7}" sibTransId="{10751E71-5D24-4D11-BA63-0454044B0CAB}"/>
    <dgm:cxn modelId="{C40D4364-3D0D-4405-BB4F-BDE642CA2F75}" type="presOf" srcId="{9A358D50-6A27-4FA4-9824-30BE6C8193EF}" destId="{018C0CA6-8EF1-4262-A4F6-996592C8D503}" srcOrd="0" destOrd="0" presId="urn:microsoft.com/office/officeart/2005/8/layout/hChevron3"/>
    <dgm:cxn modelId="{597C274F-104A-40BD-B993-C445ECEADC95}" srcId="{60D9E740-F9D5-420D-B68E-45F9733C2FC5}" destId="{57D21E4C-225D-4D59-8F85-ABE4DF8B8D42}" srcOrd="3" destOrd="0" parTransId="{3B05DB04-7543-45D3-BF71-65C974C009D5}" sibTransId="{F1FB94E2-EE76-4E8C-B157-03E2103CC748}"/>
    <dgm:cxn modelId="{25C97678-B43C-4439-8543-B6CC228271F5}" type="presOf" srcId="{57D21E4C-225D-4D59-8F85-ABE4DF8B8D42}" destId="{3DAC07F9-C54B-4193-9171-6451E62BCD0D}" srcOrd="0" destOrd="0" presId="urn:microsoft.com/office/officeart/2005/8/layout/hChevron3"/>
    <dgm:cxn modelId="{D594A8A0-0C40-4563-BE37-BD8D6A76BCDC}" srcId="{60D9E740-F9D5-420D-B68E-45F9733C2FC5}" destId="{9A358D50-6A27-4FA4-9824-30BE6C8193EF}" srcOrd="1" destOrd="0" parTransId="{97C05200-D2EF-45AA-9E79-A43B19AB5F80}" sibTransId="{87AEDC58-180E-43E4-89F3-DDD341CA9486}"/>
    <dgm:cxn modelId="{CB7C8EB1-5D28-4863-8A9D-2450B9A87AA3}" type="presOf" srcId="{E8898BD1-276A-439E-94E5-3C86A172D23F}" destId="{7B3D29FF-60E1-446C-B22B-7D7C4C894A27}" srcOrd="0" destOrd="0" presId="urn:microsoft.com/office/officeart/2005/8/layout/hChevron3"/>
    <dgm:cxn modelId="{09BD69BB-B448-4F33-98EC-D67ADC2F64D0}" type="presOf" srcId="{778028F0-47A5-465A-9E1C-CA35BC6D5863}" destId="{85C27244-62B5-422E-8251-2DFA8F21099B}" srcOrd="0" destOrd="0" presId="urn:microsoft.com/office/officeart/2005/8/layout/hChevron3"/>
    <dgm:cxn modelId="{25A1D1C2-45C1-42F6-A3EF-D599DBB35454}" srcId="{60D9E740-F9D5-420D-B68E-45F9733C2FC5}" destId="{778028F0-47A5-465A-9E1C-CA35BC6D5863}" srcOrd="0" destOrd="0" parTransId="{4B8621B1-8BB7-4ADE-9A5F-A883F54820ED}" sibTransId="{472C0D56-354B-4BAC-BC27-841540F25CE8}"/>
    <dgm:cxn modelId="{DD8DE5DF-1C49-4F77-A77F-FE5E3B1AC5EC}" srcId="{60D9E740-F9D5-420D-B68E-45F9733C2FC5}" destId="{B1337BB7-D96A-41BE-878D-E64C279366D2}" srcOrd="4" destOrd="0" parTransId="{DEF1531F-077D-4BB9-AEC0-B9023FF10ABC}" sibTransId="{C9C23790-C0C2-499C-85BB-375D88BA6EB7}"/>
    <dgm:cxn modelId="{4EA418EE-F6FD-4265-AE16-4A10CB9B69AB}" srcId="{60D9E740-F9D5-420D-B68E-45F9733C2FC5}" destId="{E8898BD1-276A-439E-94E5-3C86A172D23F}" srcOrd="2" destOrd="0" parTransId="{938D469D-584C-450C-B373-46061A60ED46}" sibTransId="{0DF352D4-C6D2-490A-8E94-E4FD71D85B4A}"/>
    <dgm:cxn modelId="{A99467FC-3084-463E-B728-D609649562C5}" type="presOf" srcId="{60D9E740-F9D5-420D-B68E-45F9733C2FC5}" destId="{FDC10989-E7C5-4440-A8B8-C9E0457EBA82}" srcOrd="0" destOrd="0" presId="urn:microsoft.com/office/officeart/2005/8/layout/hChevron3"/>
    <dgm:cxn modelId="{C2A2AA74-0E27-4B23-9410-F38CAB9F9A1B}" type="presParOf" srcId="{FDC10989-E7C5-4440-A8B8-C9E0457EBA82}" destId="{85C27244-62B5-422E-8251-2DFA8F21099B}" srcOrd="0" destOrd="0" presId="urn:microsoft.com/office/officeart/2005/8/layout/hChevron3"/>
    <dgm:cxn modelId="{61601430-5646-46D6-A79B-8AE336B56CED}" type="presParOf" srcId="{FDC10989-E7C5-4440-A8B8-C9E0457EBA82}" destId="{100319DF-065E-4FA3-984C-F6AAE891CE3A}" srcOrd="1" destOrd="0" presId="urn:microsoft.com/office/officeart/2005/8/layout/hChevron3"/>
    <dgm:cxn modelId="{FFC143C2-8C98-4D10-8B8D-2A990A316F20}" type="presParOf" srcId="{FDC10989-E7C5-4440-A8B8-C9E0457EBA82}" destId="{018C0CA6-8EF1-4262-A4F6-996592C8D503}" srcOrd="2" destOrd="0" presId="urn:microsoft.com/office/officeart/2005/8/layout/hChevron3"/>
    <dgm:cxn modelId="{020D8B82-16B4-4D62-ADE9-F126249C9883}" type="presParOf" srcId="{FDC10989-E7C5-4440-A8B8-C9E0457EBA82}" destId="{004E0946-2876-48B4-80C6-46D4AF186EDB}" srcOrd="3" destOrd="0" presId="urn:microsoft.com/office/officeart/2005/8/layout/hChevron3"/>
    <dgm:cxn modelId="{EEA303AD-5ADD-4B05-B34D-25285BDAF815}" type="presParOf" srcId="{FDC10989-E7C5-4440-A8B8-C9E0457EBA82}" destId="{7B3D29FF-60E1-446C-B22B-7D7C4C894A27}" srcOrd="4" destOrd="0" presId="urn:microsoft.com/office/officeart/2005/8/layout/hChevron3"/>
    <dgm:cxn modelId="{9401BA88-3FBC-4F93-A209-1DABEB0AD333}" type="presParOf" srcId="{FDC10989-E7C5-4440-A8B8-C9E0457EBA82}" destId="{BF3B07D0-B8A3-4D43-A33C-C2F782FC0735}" srcOrd="5" destOrd="0" presId="urn:microsoft.com/office/officeart/2005/8/layout/hChevron3"/>
    <dgm:cxn modelId="{E8AD21A9-70F2-4EA1-ADB5-AD09514A3E3E}" type="presParOf" srcId="{FDC10989-E7C5-4440-A8B8-C9E0457EBA82}" destId="{3DAC07F9-C54B-4193-9171-6451E62BCD0D}" srcOrd="6" destOrd="0" presId="urn:microsoft.com/office/officeart/2005/8/layout/hChevron3"/>
    <dgm:cxn modelId="{BFB79831-273A-4134-9DA6-7B359464F93B}" type="presParOf" srcId="{FDC10989-E7C5-4440-A8B8-C9E0457EBA82}" destId="{E2BD2214-73BB-4809-8646-FD638E80E881}" srcOrd="7" destOrd="0" presId="urn:microsoft.com/office/officeart/2005/8/layout/hChevron3"/>
    <dgm:cxn modelId="{FF1F7390-F404-408C-B6AC-6DFD78880B7D}" type="presParOf" srcId="{FDC10989-E7C5-4440-A8B8-C9E0457EBA82}" destId="{B214D505-B526-4078-BDA5-129F01C8DF12}" srcOrd="8" destOrd="0" presId="urn:microsoft.com/office/officeart/2005/8/layout/hChevron3"/>
    <dgm:cxn modelId="{5A80F9F1-AB1E-4517-8FD1-1C289828724B}" type="presParOf" srcId="{FDC10989-E7C5-4440-A8B8-C9E0457EBA82}" destId="{2C3AFFBB-3A17-413E-BCC5-5EF84E5E514F}" srcOrd="9" destOrd="0" presId="urn:microsoft.com/office/officeart/2005/8/layout/hChevron3"/>
    <dgm:cxn modelId="{985CFAAC-D37F-4332-A70E-1336A2BCAEB0}" type="presParOf" srcId="{FDC10989-E7C5-4440-A8B8-C9E0457EBA82}" destId="{1DA2E5FF-5E05-4A79-92CE-5ACA976E83D6}" srcOrd="1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3D79EF-396B-4A2F-B00E-77DDB9E7A48F}">
      <dsp:nvSpPr>
        <dsp:cNvPr id="0" name=""/>
        <dsp:cNvSpPr/>
      </dsp:nvSpPr>
      <dsp:spPr>
        <a:xfrm>
          <a:off x="0" y="13771"/>
          <a:ext cx="5699203" cy="437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 dirty="0">
              <a:solidFill>
                <a:schemeClr val="bg1"/>
              </a:solidFill>
              <a:effectLst/>
              <a:latin typeface="Montserrat" panose="00000500000000000000" pitchFamily="50" charset="0"/>
            </a:rPr>
            <a:t>Contributes 88.6% of this campaign’s engaged visits this week.</a:t>
          </a:r>
          <a:endParaRPr lang="en-GB" sz="1100" kern="1200" dirty="0">
            <a:solidFill>
              <a:schemeClr val="bg1"/>
            </a:solidFill>
            <a:latin typeface="Montserrat" panose="00000500000000000000" pitchFamily="50" charset="0"/>
          </a:endParaRPr>
        </a:p>
      </dsp:txBody>
      <dsp:txXfrm>
        <a:off x="21361" y="35132"/>
        <a:ext cx="5656481" cy="394858"/>
      </dsp:txXfrm>
    </dsp:sp>
    <dsp:sp modelId="{A9D0E485-EBDE-42FC-893B-017096EC7C47}">
      <dsp:nvSpPr>
        <dsp:cNvPr id="0" name=""/>
        <dsp:cNvSpPr/>
      </dsp:nvSpPr>
      <dsp:spPr>
        <a:xfrm>
          <a:off x="0" y="514711"/>
          <a:ext cx="5699203" cy="437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 dirty="0">
              <a:solidFill>
                <a:schemeClr val="bg1"/>
              </a:solidFill>
              <a:effectLst/>
              <a:latin typeface="Montserrat" panose="00000500000000000000" pitchFamily="50" charset="0"/>
            </a:rPr>
            <a:t>Engagement rate sits at 13.8%.</a:t>
          </a:r>
          <a:endParaRPr lang="en-GB" sz="1100" kern="1200" dirty="0">
            <a:solidFill>
              <a:schemeClr val="bg1"/>
            </a:solidFill>
            <a:latin typeface="Montserrat" panose="00000500000000000000" pitchFamily="50" charset="0"/>
          </a:endParaRPr>
        </a:p>
      </dsp:txBody>
      <dsp:txXfrm>
        <a:off x="21361" y="536072"/>
        <a:ext cx="5656481" cy="394858"/>
      </dsp:txXfrm>
    </dsp:sp>
    <dsp:sp modelId="{90741602-DC7F-4CA3-BA80-69CE0D930804}">
      <dsp:nvSpPr>
        <dsp:cNvPr id="0" name=""/>
        <dsp:cNvSpPr/>
      </dsp:nvSpPr>
      <dsp:spPr>
        <a:xfrm>
          <a:off x="0" y="1015652"/>
          <a:ext cx="5699203" cy="437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>
              <a:solidFill>
                <a:schemeClr val="bg1"/>
              </a:solidFill>
              <a:effectLst/>
              <a:latin typeface="Montserrat" panose="00000500000000000000" pitchFamily="50" charset="0"/>
            </a:rPr>
            <a:t>Cost per engaged visit is £8.</a:t>
          </a:r>
          <a:endParaRPr lang="en-GB" sz="1100" kern="1200" dirty="0">
            <a:solidFill>
              <a:schemeClr val="bg1"/>
            </a:solidFill>
            <a:latin typeface="Montserrat" panose="00000500000000000000" pitchFamily="50" charset="0"/>
          </a:endParaRPr>
        </a:p>
      </dsp:txBody>
      <dsp:txXfrm>
        <a:off x="21361" y="1037013"/>
        <a:ext cx="5656481" cy="394858"/>
      </dsp:txXfrm>
    </dsp:sp>
    <dsp:sp modelId="{16C48103-CF29-428D-B77A-1220B70EB605}">
      <dsp:nvSpPr>
        <dsp:cNvPr id="0" name=""/>
        <dsp:cNvSpPr/>
      </dsp:nvSpPr>
      <dsp:spPr>
        <a:xfrm>
          <a:off x="0" y="1516592"/>
          <a:ext cx="5699203" cy="437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 dirty="0">
              <a:solidFill>
                <a:schemeClr val="bg1"/>
              </a:solidFill>
              <a:latin typeface="Montserrat" panose="00000500000000000000" pitchFamily="50" charset="0"/>
            </a:rPr>
            <a:t>Most efficient channel by CPE is Display at £8 per engaged visit, while Paid Social is the most expensive at £36.</a:t>
          </a:r>
          <a:endParaRPr lang="en-GB" sz="1100" kern="1200" dirty="0">
            <a:solidFill>
              <a:schemeClr val="bg1"/>
            </a:solidFill>
            <a:latin typeface="Montserrat" panose="00000500000000000000" pitchFamily="50" charset="0"/>
          </a:endParaRPr>
        </a:p>
      </dsp:txBody>
      <dsp:txXfrm>
        <a:off x="21361" y="1537953"/>
        <a:ext cx="5656481" cy="3948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3D79EF-396B-4A2F-B00E-77DDB9E7A48F}">
      <dsp:nvSpPr>
        <dsp:cNvPr id="0" name=""/>
        <dsp:cNvSpPr/>
      </dsp:nvSpPr>
      <dsp:spPr>
        <a:xfrm>
          <a:off x="0" y="24211"/>
          <a:ext cx="5699203" cy="580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 dirty="0">
              <a:latin typeface="Montserrat" panose="00000500000000000000" pitchFamily="50" charset="0"/>
            </a:rPr>
            <a:t>Contributes 11.4% of this campaign’s engaged visits this week.</a:t>
          </a:r>
        </a:p>
      </dsp:txBody>
      <dsp:txXfrm>
        <a:off x="28329" y="52540"/>
        <a:ext cx="5642545" cy="523662"/>
      </dsp:txXfrm>
    </dsp:sp>
    <dsp:sp modelId="{A9D0E485-EBDE-42FC-893B-017096EC7C47}">
      <dsp:nvSpPr>
        <dsp:cNvPr id="0" name=""/>
        <dsp:cNvSpPr/>
      </dsp:nvSpPr>
      <dsp:spPr>
        <a:xfrm>
          <a:off x="0" y="693811"/>
          <a:ext cx="5699203" cy="580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 dirty="0">
              <a:latin typeface="Montserrat" panose="00000500000000000000" pitchFamily="50" charset="0"/>
            </a:rPr>
            <a:t>Engagement rate sits at 8.1%.</a:t>
          </a:r>
        </a:p>
      </dsp:txBody>
      <dsp:txXfrm>
        <a:off x="28329" y="722140"/>
        <a:ext cx="5642545" cy="523662"/>
      </dsp:txXfrm>
    </dsp:sp>
    <dsp:sp modelId="{90741602-DC7F-4CA3-BA80-69CE0D930804}">
      <dsp:nvSpPr>
        <dsp:cNvPr id="0" name=""/>
        <dsp:cNvSpPr/>
      </dsp:nvSpPr>
      <dsp:spPr>
        <a:xfrm>
          <a:off x="0" y="1363411"/>
          <a:ext cx="5699203" cy="580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 dirty="0">
              <a:latin typeface="Montserrat" panose="00000500000000000000" pitchFamily="50" charset="0"/>
            </a:rPr>
            <a:t>Cost per engaged visit is £36.</a:t>
          </a:r>
        </a:p>
      </dsp:txBody>
      <dsp:txXfrm>
        <a:off x="28329" y="1391740"/>
        <a:ext cx="5642545" cy="5236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59DF92-6679-45BD-8A01-751CE5EEC643}">
      <dsp:nvSpPr>
        <dsp:cNvPr id="0" name=""/>
        <dsp:cNvSpPr/>
      </dsp:nvSpPr>
      <dsp:spPr>
        <a:xfrm>
          <a:off x="4174" y="0"/>
          <a:ext cx="2430175" cy="504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latin typeface="Montserrat" panose="00000500000000000000" pitchFamily="50" charset="0"/>
            </a:rPr>
            <a:t>Spend</a:t>
          </a:r>
          <a:br>
            <a:rPr lang="en-GB" sz="1100" kern="1200" dirty="0">
              <a:latin typeface="Montserrat" panose="00000500000000000000" pitchFamily="50" charset="0"/>
            </a:rPr>
          </a:br>
          <a:r>
            <a:rPr lang="en-GB" sz="1100" kern="1200" dirty="0">
              <a:latin typeface="Montserrat" panose="00000500000000000000" pitchFamily="50" charset="0"/>
            </a:rPr>
            <a:t>£104,313</a:t>
          </a:r>
          <a:endParaRPr lang="en-GB" sz="1100" kern="1200" dirty="0"/>
        </a:p>
      </dsp:txBody>
      <dsp:txXfrm>
        <a:off x="256174" y="0"/>
        <a:ext cx="1926175" cy="504000"/>
      </dsp:txXfrm>
    </dsp:sp>
    <dsp:sp modelId="{9ECEE4BA-ACE9-41FC-B8BE-820B3E1CEBF6}">
      <dsp:nvSpPr>
        <dsp:cNvPr id="0" name=""/>
        <dsp:cNvSpPr/>
      </dsp:nvSpPr>
      <dsp:spPr>
        <a:xfrm>
          <a:off x="2191333" y="0"/>
          <a:ext cx="2430175" cy="504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100" b="0" i="0" u="none" strike="noStrike" kern="1200" cap="none" normalizeH="0" baseline="0" dirty="0">
              <a:ln/>
              <a:effectLst/>
              <a:latin typeface="Montserrat" panose="00000500000000000000" pitchFamily="50" charset="0"/>
            </a:rPr>
            <a:t>Traffic</a:t>
          </a:r>
          <a:br>
            <a:rPr kumimoji="0" lang="en-US" altLang="en-US" sz="1100" b="0" i="0" u="none" strike="noStrike" kern="1200" cap="none" normalizeH="0" baseline="0" dirty="0">
              <a:ln/>
              <a:effectLst/>
              <a:latin typeface="Montserrat" panose="00000500000000000000" pitchFamily="50" charset="0"/>
            </a:rPr>
          </a:br>
          <a:r>
            <a:rPr kumimoji="0" lang="en-US" altLang="en-US" sz="1100" b="0" i="0" u="none" strike="noStrike" kern="1200" cap="none" normalizeH="0" baseline="0" dirty="0">
              <a:ln/>
              <a:effectLst/>
              <a:latin typeface="Montserrat" panose="00000500000000000000" pitchFamily="50" charset="0"/>
            </a:rPr>
            <a:t>72,688</a:t>
          </a:r>
          <a:endParaRPr lang="en-GB" sz="1100" kern="1200" dirty="0"/>
        </a:p>
      </dsp:txBody>
      <dsp:txXfrm>
        <a:off x="2443333" y="0"/>
        <a:ext cx="1926175" cy="504000"/>
      </dsp:txXfrm>
    </dsp:sp>
    <dsp:sp modelId="{8596D482-7562-4471-B51D-30BFF6D7CB66}">
      <dsp:nvSpPr>
        <dsp:cNvPr id="0" name=""/>
        <dsp:cNvSpPr/>
      </dsp:nvSpPr>
      <dsp:spPr>
        <a:xfrm>
          <a:off x="4378491" y="0"/>
          <a:ext cx="2430175" cy="504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100" b="0" i="0" u="none" strike="noStrike" kern="1200" cap="none" normalizeH="0" baseline="0" dirty="0">
              <a:ln/>
              <a:effectLst/>
              <a:latin typeface="Montserrat" panose="00000500000000000000" pitchFamily="50" charset="0"/>
            </a:rPr>
            <a:t>Engaged Visits</a:t>
          </a:r>
          <a:br>
            <a:rPr kumimoji="0" lang="en-US" altLang="en-US" sz="1100" b="0" i="0" u="none" strike="noStrike" kern="1200" cap="none" normalizeH="0" baseline="0" dirty="0">
              <a:ln/>
              <a:effectLst/>
              <a:latin typeface="Montserrat" panose="00000500000000000000" pitchFamily="50" charset="0"/>
            </a:rPr>
          </a:br>
          <a:r>
            <a:rPr kumimoji="0" lang="en-US" altLang="en-US" sz="1100" b="0" i="0" u="none" strike="noStrike" kern="1200" cap="none" normalizeH="0" baseline="0" dirty="0">
              <a:ln/>
              <a:effectLst/>
              <a:latin typeface="Montserrat" panose="00000500000000000000" pitchFamily="50" charset="0"/>
            </a:rPr>
            <a:t>9,279</a:t>
          </a:r>
          <a:endParaRPr lang="en-GB" sz="1100" kern="1200" dirty="0"/>
        </a:p>
      </dsp:txBody>
      <dsp:txXfrm>
        <a:off x="4630491" y="0"/>
        <a:ext cx="1926175" cy="504000"/>
      </dsp:txXfrm>
    </dsp:sp>
    <dsp:sp modelId="{D5F74DE1-8F2C-4A6F-9F0C-F20CBA342704}">
      <dsp:nvSpPr>
        <dsp:cNvPr id="0" name=""/>
        <dsp:cNvSpPr/>
      </dsp:nvSpPr>
      <dsp:spPr>
        <a:xfrm>
          <a:off x="6565649" y="0"/>
          <a:ext cx="2430175" cy="504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latin typeface="Montserrat" panose="00000500000000000000" pitchFamily="50" charset="0"/>
            </a:rPr>
            <a:t>EVR</a:t>
          </a:r>
          <a:br>
            <a:rPr lang="en-GB" sz="1100" kern="1200" dirty="0">
              <a:latin typeface="Montserrat" panose="00000500000000000000" pitchFamily="50" charset="0"/>
            </a:rPr>
          </a:br>
          <a:r>
            <a:rPr lang="en-GB" sz="1100" kern="1200" dirty="0">
              <a:latin typeface="Montserrat" panose="00000500000000000000" pitchFamily="50" charset="0"/>
            </a:rPr>
            <a:t>12.8%</a:t>
          </a:r>
        </a:p>
      </dsp:txBody>
      <dsp:txXfrm>
        <a:off x="6817649" y="0"/>
        <a:ext cx="1926175" cy="504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C27244-62B5-422E-8251-2DFA8F21099B}">
      <dsp:nvSpPr>
        <dsp:cNvPr id="0" name=""/>
        <dsp:cNvSpPr/>
      </dsp:nvSpPr>
      <dsp:spPr>
        <a:xfrm>
          <a:off x="695" y="0"/>
          <a:ext cx="1139635" cy="504000"/>
        </a:xfrm>
        <a:prstGeom prst="homePlate">
          <a:avLst/>
        </a:prstGeom>
        <a:solidFill>
          <a:srgbClr val="1DD47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CPV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£1</a:t>
          </a:r>
        </a:p>
      </dsp:txBody>
      <dsp:txXfrm>
        <a:off x="695" y="0"/>
        <a:ext cx="1013635" cy="504000"/>
      </dsp:txXfrm>
    </dsp:sp>
    <dsp:sp modelId="{018C0CA6-8EF1-4262-A4F6-996592C8D503}">
      <dsp:nvSpPr>
        <dsp:cNvPr id="0" name=""/>
        <dsp:cNvSpPr/>
      </dsp:nvSpPr>
      <dsp:spPr>
        <a:xfrm>
          <a:off x="912404" y="0"/>
          <a:ext cx="1139635" cy="504000"/>
        </a:xfrm>
        <a:prstGeom prst="chevron">
          <a:avLst/>
        </a:prstGeom>
        <a:solidFill>
          <a:srgbClr val="1DD47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CPeV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£8</a:t>
          </a:r>
        </a:p>
      </dsp:txBody>
      <dsp:txXfrm>
        <a:off x="1164404" y="0"/>
        <a:ext cx="635635" cy="504000"/>
      </dsp:txXfrm>
    </dsp:sp>
    <dsp:sp modelId="{7B3D29FF-60E1-446C-B22B-7D7C4C894A27}">
      <dsp:nvSpPr>
        <dsp:cNvPr id="0" name=""/>
        <dsp:cNvSpPr/>
      </dsp:nvSpPr>
      <dsp:spPr>
        <a:xfrm>
          <a:off x="1824112" y="0"/>
          <a:ext cx="1139635" cy="504000"/>
        </a:xfrm>
        <a:prstGeom prst="chevron">
          <a:avLst/>
        </a:prstGeom>
        <a:solidFill>
          <a:srgbClr val="1DD47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EVR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13.8%</a:t>
          </a:r>
        </a:p>
      </dsp:txBody>
      <dsp:txXfrm>
        <a:off x="2076112" y="0"/>
        <a:ext cx="635635" cy="504000"/>
      </dsp:txXfrm>
    </dsp:sp>
    <dsp:sp modelId="{3DAC07F9-C54B-4193-9171-6451E62BCD0D}">
      <dsp:nvSpPr>
        <dsp:cNvPr id="0" name=""/>
        <dsp:cNvSpPr/>
      </dsp:nvSpPr>
      <dsp:spPr>
        <a:xfrm>
          <a:off x="2735821" y="0"/>
          <a:ext cx="1139635" cy="504000"/>
        </a:xfrm>
        <a:prstGeom prst="chevron">
          <a:avLst/>
        </a:prstGeom>
        <a:solidFill>
          <a:srgbClr val="1DD47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Engaged Visits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8,222</a:t>
          </a:r>
        </a:p>
      </dsp:txBody>
      <dsp:txXfrm>
        <a:off x="2987821" y="0"/>
        <a:ext cx="635635" cy="504000"/>
      </dsp:txXfrm>
    </dsp:sp>
    <dsp:sp modelId="{B214D505-B526-4078-BDA5-129F01C8DF12}">
      <dsp:nvSpPr>
        <dsp:cNvPr id="0" name=""/>
        <dsp:cNvSpPr/>
      </dsp:nvSpPr>
      <dsp:spPr>
        <a:xfrm>
          <a:off x="3647529" y="0"/>
          <a:ext cx="1139635" cy="504000"/>
        </a:xfrm>
        <a:prstGeom prst="chevron">
          <a:avLst/>
        </a:prstGeom>
        <a:solidFill>
          <a:srgbClr val="1DD47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Spend Pacing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£66,003</a:t>
          </a:r>
        </a:p>
      </dsp:txBody>
      <dsp:txXfrm>
        <a:off x="3899529" y="0"/>
        <a:ext cx="635635" cy="504000"/>
      </dsp:txXfrm>
    </dsp:sp>
    <dsp:sp modelId="{1DA2E5FF-5E05-4A79-92CE-5ACA976E83D6}">
      <dsp:nvSpPr>
        <dsp:cNvPr id="0" name=""/>
        <dsp:cNvSpPr/>
      </dsp:nvSpPr>
      <dsp:spPr>
        <a:xfrm>
          <a:off x="4559238" y="0"/>
          <a:ext cx="1139635" cy="504000"/>
        </a:xfrm>
        <a:prstGeom prst="chevron">
          <a:avLst/>
        </a:prstGeom>
        <a:solidFill>
          <a:srgbClr val="1DD47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Visit Pacing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59,687</a:t>
          </a:r>
        </a:p>
      </dsp:txBody>
      <dsp:txXfrm>
        <a:off x="4811238" y="0"/>
        <a:ext cx="635635" cy="504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C27244-62B5-422E-8251-2DFA8F21099B}">
      <dsp:nvSpPr>
        <dsp:cNvPr id="0" name=""/>
        <dsp:cNvSpPr/>
      </dsp:nvSpPr>
      <dsp:spPr>
        <a:xfrm>
          <a:off x="695" y="0"/>
          <a:ext cx="1139635" cy="504000"/>
        </a:xfrm>
        <a:prstGeom prst="homePlate">
          <a:avLst/>
        </a:prstGeom>
        <a:solidFill>
          <a:srgbClr val="1DD47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CPV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£3</a:t>
          </a:r>
        </a:p>
      </dsp:txBody>
      <dsp:txXfrm>
        <a:off x="695" y="0"/>
        <a:ext cx="1013635" cy="504000"/>
      </dsp:txXfrm>
    </dsp:sp>
    <dsp:sp modelId="{018C0CA6-8EF1-4262-A4F6-996592C8D503}">
      <dsp:nvSpPr>
        <dsp:cNvPr id="0" name=""/>
        <dsp:cNvSpPr/>
      </dsp:nvSpPr>
      <dsp:spPr>
        <a:xfrm>
          <a:off x="912404" y="0"/>
          <a:ext cx="1139635" cy="504000"/>
        </a:xfrm>
        <a:prstGeom prst="chevron">
          <a:avLst/>
        </a:prstGeom>
        <a:solidFill>
          <a:srgbClr val="1DD47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CPeV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£36</a:t>
          </a:r>
        </a:p>
      </dsp:txBody>
      <dsp:txXfrm>
        <a:off x="1164404" y="0"/>
        <a:ext cx="635635" cy="504000"/>
      </dsp:txXfrm>
    </dsp:sp>
    <dsp:sp modelId="{7B3D29FF-60E1-446C-B22B-7D7C4C894A27}">
      <dsp:nvSpPr>
        <dsp:cNvPr id="0" name=""/>
        <dsp:cNvSpPr/>
      </dsp:nvSpPr>
      <dsp:spPr>
        <a:xfrm>
          <a:off x="1824112" y="0"/>
          <a:ext cx="1139635" cy="504000"/>
        </a:xfrm>
        <a:prstGeom prst="chevron">
          <a:avLst/>
        </a:prstGeom>
        <a:solidFill>
          <a:srgbClr val="1DD47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EVR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8.1%</a:t>
          </a:r>
        </a:p>
      </dsp:txBody>
      <dsp:txXfrm>
        <a:off x="2076112" y="0"/>
        <a:ext cx="635635" cy="504000"/>
      </dsp:txXfrm>
    </dsp:sp>
    <dsp:sp modelId="{3DAC07F9-C54B-4193-9171-6451E62BCD0D}">
      <dsp:nvSpPr>
        <dsp:cNvPr id="0" name=""/>
        <dsp:cNvSpPr/>
      </dsp:nvSpPr>
      <dsp:spPr>
        <a:xfrm>
          <a:off x="2735821" y="0"/>
          <a:ext cx="1139635" cy="504000"/>
        </a:xfrm>
        <a:prstGeom prst="chevron">
          <a:avLst/>
        </a:prstGeom>
        <a:solidFill>
          <a:srgbClr val="1DD47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Engaged Visits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1,057</a:t>
          </a:r>
        </a:p>
      </dsp:txBody>
      <dsp:txXfrm>
        <a:off x="2987821" y="0"/>
        <a:ext cx="635635" cy="504000"/>
      </dsp:txXfrm>
    </dsp:sp>
    <dsp:sp modelId="{B214D505-B526-4078-BDA5-129F01C8DF12}">
      <dsp:nvSpPr>
        <dsp:cNvPr id="0" name=""/>
        <dsp:cNvSpPr/>
      </dsp:nvSpPr>
      <dsp:spPr>
        <a:xfrm>
          <a:off x="3647529" y="0"/>
          <a:ext cx="1139635" cy="504000"/>
        </a:xfrm>
        <a:prstGeom prst="chevron">
          <a:avLst/>
        </a:prstGeom>
        <a:solidFill>
          <a:srgbClr val="1DD47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Spend Pacing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£38,310</a:t>
          </a:r>
        </a:p>
      </dsp:txBody>
      <dsp:txXfrm>
        <a:off x="3899529" y="0"/>
        <a:ext cx="635635" cy="504000"/>
      </dsp:txXfrm>
    </dsp:sp>
    <dsp:sp modelId="{1DA2E5FF-5E05-4A79-92CE-5ACA976E83D6}">
      <dsp:nvSpPr>
        <dsp:cNvPr id="0" name=""/>
        <dsp:cNvSpPr/>
      </dsp:nvSpPr>
      <dsp:spPr>
        <a:xfrm>
          <a:off x="4559238" y="0"/>
          <a:ext cx="1139635" cy="504000"/>
        </a:xfrm>
        <a:prstGeom prst="chevron">
          <a:avLst/>
        </a:prstGeom>
        <a:solidFill>
          <a:srgbClr val="1DD47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Visit Pacing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13,001</a:t>
          </a:r>
        </a:p>
      </dsp:txBody>
      <dsp:txXfrm>
        <a:off x="4811238" y="0"/>
        <a:ext cx="635635" cy="504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3D79EF-396B-4A2F-B00E-77DDB9E7A48F}">
      <dsp:nvSpPr>
        <dsp:cNvPr id="0" name=""/>
        <dsp:cNvSpPr/>
      </dsp:nvSpPr>
      <dsp:spPr>
        <a:xfrm>
          <a:off x="0" y="24211"/>
          <a:ext cx="5699203" cy="580320"/>
        </a:xfrm>
        <a:prstGeom prst="roundRect">
          <a:avLst/>
        </a:prstGeom>
        <a:solidFill>
          <a:srgbClr val="008C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 dirty="0">
              <a:latin typeface="Montserrat" panose="00000500000000000000" pitchFamily="50" charset="0"/>
            </a:rPr>
            <a:t>Contributes 76.1% of this campaign’s engaged visits this week.</a:t>
          </a:r>
          <a:endParaRPr lang="en-GB" sz="1100" kern="1200" dirty="0">
            <a:solidFill>
              <a:schemeClr val="bg1"/>
            </a:solidFill>
            <a:latin typeface="Montserrat" panose="00000500000000000000" pitchFamily="50" charset="0"/>
          </a:endParaRPr>
        </a:p>
      </dsp:txBody>
      <dsp:txXfrm>
        <a:off x="28329" y="52540"/>
        <a:ext cx="5642545" cy="523662"/>
      </dsp:txXfrm>
    </dsp:sp>
    <dsp:sp modelId="{A5F949BB-A261-452B-B181-634E41627F9E}">
      <dsp:nvSpPr>
        <dsp:cNvPr id="0" name=""/>
        <dsp:cNvSpPr/>
      </dsp:nvSpPr>
      <dsp:spPr>
        <a:xfrm>
          <a:off x="0" y="693811"/>
          <a:ext cx="5699203" cy="580320"/>
        </a:xfrm>
        <a:prstGeom prst="roundRect">
          <a:avLst/>
        </a:prstGeom>
        <a:solidFill>
          <a:srgbClr val="008C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 dirty="0">
              <a:latin typeface="Montserrat" panose="00000500000000000000" pitchFamily="50" charset="0"/>
            </a:rPr>
            <a:t>Engagement rate sits at 6.3%.</a:t>
          </a:r>
        </a:p>
      </dsp:txBody>
      <dsp:txXfrm>
        <a:off x="28329" y="722140"/>
        <a:ext cx="5642545" cy="523662"/>
      </dsp:txXfrm>
    </dsp:sp>
    <dsp:sp modelId="{291440A4-19CB-462A-8E74-2832B0A33334}">
      <dsp:nvSpPr>
        <dsp:cNvPr id="0" name=""/>
        <dsp:cNvSpPr/>
      </dsp:nvSpPr>
      <dsp:spPr>
        <a:xfrm>
          <a:off x="0" y="1363411"/>
          <a:ext cx="5699203" cy="580320"/>
        </a:xfrm>
        <a:prstGeom prst="roundRect">
          <a:avLst/>
        </a:prstGeom>
        <a:solidFill>
          <a:srgbClr val="008C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 dirty="0">
              <a:latin typeface="Montserrat" panose="00000500000000000000" pitchFamily="50" charset="0"/>
            </a:rPr>
            <a:t>Cost per engaged visit is £5.</a:t>
          </a:r>
        </a:p>
      </dsp:txBody>
      <dsp:txXfrm>
        <a:off x="28329" y="1391740"/>
        <a:ext cx="5642545" cy="52366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3D79EF-396B-4A2F-B00E-77DDB9E7A48F}">
      <dsp:nvSpPr>
        <dsp:cNvPr id="0" name=""/>
        <dsp:cNvSpPr/>
      </dsp:nvSpPr>
      <dsp:spPr>
        <a:xfrm>
          <a:off x="0" y="24211"/>
          <a:ext cx="5699203" cy="580320"/>
        </a:xfrm>
        <a:prstGeom prst="roundRect">
          <a:avLst/>
        </a:prstGeom>
        <a:solidFill>
          <a:srgbClr val="008C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>
              <a:latin typeface="Montserrat" panose="00000500000000000000" pitchFamily="50" charset="0"/>
            </a:rPr>
            <a:t>Contributes 23.9% of this campaign’s engaged visits this week.</a:t>
          </a:r>
          <a:endParaRPr lang="en-GB" sz="1100" b="0" i="0" kern="1200" dirty="0">
            <a:latin typeface="Montserrat" panose="00000500000000000000" pitchFamily="50" charset="0"/>
          </a:endParaRPr>
        </a:p>
      </dsp:txBody>
      <dsp:txXfrm>
        <a:off x="28329" y="52540"/>
        <a:ext cx="5642545" cy="523662"/>
      </dsp:txXfrm>
    </dsp:sp>
    <dsp:sp modelId="{3F09F379-DFDB-4313-8F22-391D0049FD67}">
      <dsp:nvSpPr>
        <dsp:cNvPr id="0" name=""/>
        <dsp:cNvSpPr/>
      </dsp:nvSpPr>
      <dsp:spPr>
        <a:xfrm>
          <a:off x="0" y="693811"/>
          <a:ext cx="5699203" cy="580320"/>
        </a:xfrm>
        <a:prstGeom prst="roundRect">
          <a:avLst/>
        </a:prstGeom>
        <a:solidFill>
          <a:srgbClr val="008C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 dirty="0">
              <a:latin typeface="Montserrat" panose="00000500000000000000" pitchFamily="50" charset="0"/>
            </a:rPr>
            <a:t>Engagement rate sits at 2.7%.</a:t>
          </a:r>
        </a:p>
      </dsp:txBody>
      <dsp:txXfrm>
        <a:off x="28329" y="722140"/>
        <a:ext cx="5642545" cy="523662"/>
      </dsp:txXfrm>
    </dsp:sp>
    <dsp:sp modelId="{35B5504B-2545-434C-B8D3-4D5FF4D1B9F6}">
      <dsp:nvSpPr>
        <dsp:cNvPr id="0" name=""/>
        <dsp:cNvSpPr/>
      </dsp:nvSpPr>
      <dsp:spPr>
        <a:xfrm>
          <a:off x="0" y="1363411"/>
          <a:ext cx="5699203" cy="580320"/>
        </a:xfrm>
        <a:prstGeom prst="roundRect">
          <a:avLst/>
        </a:prstGeom>
        <a:solidFill>
          <a:srgbClr val="008C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>
              <a:latin typeface="Montserrat" panose="00000500000000000000" pitchFamily="50" charset="0"/>
            </a:rPr>
            <a:t>Cost per engaged visit is £23.</a:t>
          </a:r>
        </a:p>
      </dsp:txBody>
      <dsp:txXfrm>
        <a:off x="28329" y="1391740"/>
        <a:ext cx="5642545" cy="52366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59DF92-6679-45BD-8A01-751CE5EEC643}">
      <dsp:nvSpPr>
        <dsp:cNvPr id="0" name=""/>
        <dsp:cNvSpPr/>
      </dsp:nvSpPr>
      <dsp:spPr>
        <a:xfrm>
          <a:off x="4174" y="0"/>
          <a:ext cx="2430175" cy="504000"/>
        </a:xfrm>
        <a:prstGeom prst="chevron">
          <a:avLst/>
        </a:prstGeom>
        <a:solidFill>
          <a:srgbClr val="008C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latin typeface="Montserrat" panose="00000500000000000000" pitchFamily="50" charset="0"/>
            </a:rPr>
            <a:t>Spend</a:t>
          </a:r>
          <a:br>
            <a:rPr lang="en-GB" sz="1100" kern="1200" dirty="0">
              <a:latin typeface="Montserrat" panose="00000500000000000000" pitchFamily="50" charset="0"/>
            </a:rPr>
          </a:br>
          <a:r>
            <a:rPr lang="en-GB" sz="1100" kern="1200" dirty="0">
              <a:latin typeface="Montserrat" panose="00000500000000000000" pitchFamily="50" charset="0"/>
            </a:rPr>
            <a:t>£</a:t>
          </a:r>
          <a:r>
            <a:rPr lang="en-GB" sz="1100" b="0" i="0" kern="1200" dirty="0"/>
            <a:t>43,427</a:t>
          </a:r>
          <a:endParaRPr lang="en-GB" sz="1100" kern="1200" dirty="0"/>
        </a:p>
      </dsp:txBody>
      <dsp:txXfrm>
        <a:off x="256174" y="0"/>
        <a:ext cx="1926175" cy="504000"/>
      </dsp:txXfrm>
    </dsp:sp>
    <dsp:sp modelId="{9ECEE4BA-ACE9-41FC-B8BE-820B3E1CEBF6}">
      <dsp:nvSpPr>
        <dsp:cNvPr id="0" name=""/>
        <dsp:cNvSpPr/>
      </dsp:nvSpPr>
      <dsp:spPr>
        <a:xfrm>
          <a:off x="2191333" y="0"/>
          <a:ext cx="2430175" cy="504000"/>
        </a:xfrm>
        <a:prstGeom prst="chevron">
          <a:avLst/>
        </a:prstGeom>
        <a:solidFill>
          <a:srgbClr val="008C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100" b="0" i="0" u="none" strike="noStrike" kern="1200" cap="none" normalizeH="0" baseline="0" dirty="0">
              <a:ln/>
              <a:effectLst/>
              <a:latin typeface="Montserrat" panose="00000500000000000000" pitchFamily="50" charset="0"/>
            </a:rPr>
            <a:t>Traffic</a:t>
          </a:r>
          <a:br>
            <a:rPr kumimoji="0" lang="en-US" altLang="en-US" sz="1100" b="0" i="0" u="none" strike="noStrike" kern="1200" cap="none" normalizeH="0" baseline="0" dirty="0">
              <a:ln/>
              <a:effectLst/>
              <a:latin typeface="Montserrat" panose="00000500000000000000" pitchFamily="50" charset="0"/>
            </a:rPr>
          </a:br>
          <a:r>
            <a:rPr lang="en-GB" sz="1100" b="0" i="0" kern="1200" dirty="0"/>
            <a:t>95,936</a:t>
          </a:r>
          <a:endParaRPr lang="en-GB" sz="1100" kern="1200" dirty="0"/>
        </a:p>
      </dsp:txBody>
      <dsp:txXfrm>
        <a:off x="2443333" y="0"/>
        <a:ext cx="1926175" cy="504000"/>
      </dsp:txXfrm>
    </dsp:sp>
    <dsp:sp modelId="{8596D482-7562-4471-B51D-30BFF6D7CB66}">
      <dsp:nvSpPr>
        <dsp:cNvPr id="0" name=""/>
        <dsp:cNvSpPr/>
      </dsp:nvSpPr>
      <dsp:spPr>
        <a:xfrm>
          <a:off x="4378491" y="0"/>
          <a:ext cx="2430175" cy="504000"/>
        </a:xfrm>
        <a:prstGeom prst="chevron">
          <a:avLst/>
        </a:prstGeom>
        <a:solidFill>
          <a:srgbClr val="008C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100" b="0" i="0" u="none" strike="noStrike" kern="1200" cap="none" normalizeH="0" baseline="0" dirty="0">
              <a:ln/>
              <a:effectLst/>
              <a:latin typeface="Montserrat" panose="00000500000000000000" pitchFamily="50" charset="0"/>
            </a:rPr>
            <a:t>Engaged Visits</a:t>
          </a:r>
          <a:br>
            <a:rPr kumimoji="0" lang="en-US" altLang="en-US" sz="1100" b="0" i="0" u="none" strike="noStrike" kern="1200" cap="none" normalizeH="0" baseline="0" dirty="0">
              <a:ln/>
              <a:effectLst/>
              <a:latin typeface="Montserrat" panose="00000500000000000000" pitchFamily="50" charset="0"/>
            </a:rPr>
          </a:br>
          <a:r>
            <a:rPr lang="en-GB" sz="1100" b="0" i="0" kern="1200" dirty="0"/>
            <a:t>4,547</a:t>
          </a:r>
          <a:endParaRPr lang="en-GB" sz="1100" kern="1200" dirty="0"/>
        </a:p>
      </dsp:txBody>
      <dsp:txXfrm>
        <a:off x="4630491" y="0"/>
        <a:ext cx="1926175" cy="504000"/>
      </dsp:txXfrm>
    </dsp:sp>
    <dsp:sp modelId="{D5F74DE1-8F2C-4A6F-9F0C-F20CBA342704}">
      <dsp:nvSpPr>
        <dsp:cNvPr id="0" name=""/>
        <dsp:cNvSpPr/>
      </dsp:nvSpPr>
      <dsp:spPr>
        <a:xfrm>
          <a:off x="6565649" y="0"/>
          <a:ext cx="2430175" cy="504000"/>
        </a:xfrm>
        <a:prstGeom prst="chevron">
          <a:avLst/>
        </a:prstGeom>
        <a:solidFill>
          <a:srgbClr val="008C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latin typeface="Montserrat" panose="00000500000000000000" pitchFamily="50" charset="0"/>
            </a:rPr>
            <a:t>EVR</a:t>
          </a:r>
          <a:br>
            <a:rPr lang="en-GB" sz="1100" kern="1200" dirty="0">
              <a:latin typeface="Montserrat" panose="00000500000000000000" pitchFamily="50" charset="0"/>
            </a:rPr>
          </a:br>
          <a:r>
            <a:rPr lang="en-GB" sz="1100" b="0" i="0" kern="1200" dirty="0"/>
            <a:t>4.7</a:t>
          </a:r>
          <a:r>
            <a:rPr lang="en-GB" sz="1100" kern="1200" dirty="0">
              <a:latin typeface="Montserrat" panose="00000500000000000000" pitchFamily="50" charset="0"/>
            </a:rPr>
            <a:t>%</a:t>
          </a:r>
        </a:p>
      </dsp:txBody>
      <dsp:txXfrm>
        <a:off x="6817649" y="0"/>
        <a:ext cx="1926175" cy="504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C27244-62B5-422E-8251-2DFA8F21099B}">
      <dsp:nvSpPr>
        <dsp:cNvPr id="0" name=""/>
        <dsp:cNvSpPr/>
      </dsp:nvSpPr>
      <dsp:spPr>
        <a:xfrm>
          <a:off x="695" y="0"/>
          <a:ext cx="1139635" cy="504000"/>
        </a:xfrm>
        <a:prstGeom prst="homePlate">
          <a:avLst/>
        </a:prstGeom>
        <a:solidFill>
          <a:srgbClr val="FD800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CPV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£0</a:t>
          </a:r>
        </a:p>
      </dsp:txBody>
      <dsp:txXfrm>
        <a:off x="695" y="0"/>
        <a:ext cx="1013635" cy="504000"/>
      </dsp:txXfrm>
    </dsp:sp>
    <dsp:sp modelId="{018C0CA6-8EF1-4262-A4F6-996592C8D503}">
      <dsp:nvSpPr>
        <dsp:cNvPr id="0" name=""/>
        <dsp:cNvSpPr/>
      </dsp:nvSpPr>
      <dsp:spPr>
        <a:xfrm>
          <a:off x="912404" y="0"/>
          <a:ext cx="1139635" cy="504000"/>
        </a:xfrm>
        <a:prstGeom prst="chevron">
          <a:avLst/>
        </a:prstGeom>
        <a:solidFill>
          <a:srgbClr val="FD800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CPeV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£5</a:t>
          </a:r>
        </a:p>
      </dsp:txBody>
      <dsp:txXfrm>
        <a:off x="1164404" y="0"/>
        <a:ext cx="635635" cy="504000"/>
      </dsp:txXfrm>
    </dsp:sp>
    <dsp:sp modelId="{7B3D29FF-60E1-446C-B22B-7D7C4C894A27}">
      <dsp:nvSpPr>
        <dsp:cNvPr id="0" name=""/>
        <dsp:cNvSpPr/>
      </dsp:nvSpPr>
      <dsp:spPr>
        <a:xfrm>
          <a:off x="1824112" y="0"/>
          <a:ext cx="1139635" cy="504000"/>
        </a:xfrm>
        <a:prstGeom prst="chevron">
          <a:avLst/>
        </a:prstGeom>
        <a:solidFill>
          <a:srgbClr val="FD800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EVR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6.3%</a:t>
          </a:r>
        </a:p>
      </dsp:txBody>
      <dsp:txXfrm>
        <a:off x="2076112" y="0"/>
        <a:ext cx="635635" cy="504000"/>
      </dsp:txXfrm>
    </dsp:sp>
    <dsp:sp modelId="{3DAC07F9-C54B-4193-9171-6451E62BCD0D}">
      <dsp:nvSpPr>
        <dsp:cNvPr id="0" name=""/>
        <dsp:cNvSpPr/>
      </dsp:nvSpPr>
      <dsp:spPr>
        <a:xfrm>
          <a:off x="2735821" y="0"/>
          <a:ext cx="1139635" cy="504000"/>
        </a:xfrm>
        <a:prstGeom prst="chevron">
          <a:avLst/>
        </a:prstGeom>
        <a:solidFill>
          <a:srgbClr val="FD800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Engaged Visits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3,462</a:t>
          </a:r>
        </a:p>
      </dsp:txBody>
      <dsp:txXfrm>
        <a:off x="2987821" y="0"/>
        <a:ext cx="635635" cy="504000"/>
      </dsp:txXfrm>
    </dsp:sp>
    <dsp:sp modelId="{B214D505-B526-4078-BDA5-129F01C8DF12}">
      <dsp:nvSpPr>
        <dsp:cNvPr id="0" name=""/>
        <dsp:cNvSpPr/>
      </dsp:nvSpPr>
      <dsp:spPr>
        <a:xfrm>
          <a:off x="3647529" y="0"/>
          <a:ext cx="1139635" cy="504000"/>
        </a:xfrm>
        <a:prstGeom prst="chevron">
          <a:avLst/>
        </a:prstGeom>
        <a:solidFill>
          <a:srgbClr val="FD800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Spend Pacing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£18,591</a:t>
          </a:r>
        </a:p>
      </dsp:txBody>
      <dsp:txXfrm>
        <a:off x="3899529" y="0"/>
        <a:ext cx="635635" cy="504000"/>
      </dsp:txXfrm>
    </dsp:sp>
    <dsp:sp modelId="{1DA2E5FF-5E05-4A79-92CE-5ACA976E83D6}">
      <dsp:nvSpPr>
        <dsp:cNvPr id="0" name=""/>
        <dsp:cNvSpPr/>
      </dsp:nvSpPr>
      <dsp:spPr>
        <a:xfrm>
          <a:off x="4559238" y="0"/>
          <a:ext cx="1139635" cy="504000"/>
        </a:xfrm>
        <a:prstGeom prst="chevron">
          <a:avLst/>
        </a:prstGeom>
        <a:solidFill>
          <a:srgbClr val="FD800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Visit Pacing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55,381</a:t>
          </a:r>
        </a:p>
      </dsp:txBody>
      <dsp:txXfrm>
        <a:off x="4811238" y="0"/>
        <a:ext cx="635635" cy="504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C27244-62B5-422E-8251-2DFA8F21099B}">
      <dsp:nvSpPr>
        <dsp:cNvPr id="0" name=""/>
        <dsp:cNvSpPr/>
      </dsp:nvSpPr>
      <dsp:spPr>
        <a:xfrm>
          <a:off x="695" y="0"/>
          <a:ext cx="1139635" cy="504000"/>
        </a:xfrm>
        <a:prstGeom prst="homePlate">
          <a:avLst/>
        </a:prstGeom>
        <a:solidFill>
          <a:srgbClr val="FD800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CPV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£1</a:t>
          </a:r>
        </a:p>
      </dsp:txBody>
      <dsp:txXfrm>
        <a:off x="695" y="0"/>
        <a:ext cx="1013635" cy="504000"/>
      </dsp:txXfrm>
    </dsp:sp>
    <dsp:sp modelId="{018C0CA6-8EF1-4262-A4F6-996592C8D503}">
      <dsp:nvSpPr>
        <dsp:cNvPr id="0" name=""/>
        <dsp:cNvSpPr/>
      </dsp:nvSpPr>
      <dsp:spPr>
        <a:xfrm>
          <a:off x="912404" y="0"/>
          <a:ext cx="1139635" cy="504000"/>
        </a:xfrm>
        <a:prstGeom prst="chevron">
          <a:avLst/>
        </a:prstGeom>
        <a:solidFill>
          <a:srgbClr val="FD800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CPeV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£23</a:t>
          </a:r>
        </a:p>
      </dsp:txBody>
      <dsp:txXfrm>
        <a:off x="1164404" y="0"/>
        <a:ext cx="635635" cy="504000"/>
      </dsp:txXfrm>
    </dsp:sp>
    <dsp:sp modelId="{7B3D29FF-60E1-446C-B22B-7D7C4C894A27}">
      <dsp:nvSpPr>
        <dsp:cNvPr id="0" name=""/>
        <dsp:cNvSpPr/>
      </dsp:nvSpPr>
      <dsp:spPr>
        <a:xfrm>
          <a:off x="1824112" y="0"/>
          <a:ext cx="1139635" cy="504000"/>
        </a:xfrm>
        <a:prstGeom prst="chevron">
          <a:avLst/>
        </a:prstGeom>
        <a:solidFill>
          <a:srgbClr val="FD800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EVR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2.7%</a:t>
          </a:r>
        </a:p>
      </dsp:txBody>
      <dsp:txXfrm>
        <a:off x="2076112" y="0"/>
        <a:ext cx="635635" cy="504000"/>
      </dsp:txXfrm>
    </dsp:sp>
    <dsp:sp modelId="{3DAC07F9-C54B-4193-9171-6451E62BCD0D}">
      <dsp:nvSpPr>
        <dsp:cNvPr id="0" name=""/>
        <dsp:cNvSpPr/>
      </dsp:nvSpPr>
      <dsp:spPr>
        <a:xfrm>
          <a:off x="2735821" y="0"/>
          <a:ext cx="1139635" cy="504000"/>
        </a:xfrm>
        <a:prstGeom prst="chevron">
          <a:avLst/>
        </a:prstGeom>
        <a:solidFill>
          <a:srgbClr val="FD800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Engaged Visits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1,085</a:t>
          </a:r>
        </a:p>
      </dsp:txBody>
      <dsp:txXfrm>
        <a:off x="2987821" y="0"/>
        <a:ext cx="635635" cy="504000"/>
      </dsp:txXfrm>
    </dsp:sp>
    <dsp:sp modelId="{B214D505-B526-4078-BDA5-129F01C8DF12}">
      <dsp:nvSpPr>
        <dsp:cNvPr id="0" name=""/>
        <dsp:cNvSpPr/>
      </dsp:nvSpPr>
      <dsp:spPr>
        <a:xfrm>
          <a:off x="3647529" y="0"/>
          <a:ext cx="1139635" cy="504000"/>
        </a:xfrm>
        <a:prstGeom prst="chevron">
          <a:avLst/>
        </a:prstGeom>
        <a:solidFill>
          <a:srgbClr val="FD800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Spend Pacing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£24,836</a:t>
          </a:r>
        </a:p>
      </dsp:txBody>
      <dsp:txXfrm>
        <a:off x="3899529" y="0"/>
        <a:ext cx="635635" cy="504000"/>
      </dsp:txXfrm>
    </dsp:sp>
    <dsp:sp modelId="{1DA2E5FF-5E05-4A79-92CE-5ACA976E83D6}">
      <dsp:nvSpPr>
        <dsp:cNvPr id="0" name=""/>
        <dsp:cNvSpPr/>
      </dsp:nvSpPr>
      <dsp:spPr>
        <a:xfrm>
          <a:off x="4559238" y="0"/>
          <a:ext cx="1139635" cy="504000"/>
        </a:xfrm>
        <a:prstGeom prst="chevron">
          <a:avLst/>
        </a:prstGeom>
        <a:solidFill>
          <a:srgbClr val="FD800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Visit Pacing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40,555</a:t>
          </a:r>
        </a:p>
      </dsp:txBody>
      <dsp:txXfrm>
        <a:off x="4811238" y="0"/>
        <a:ext cx="635635" cy="504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6DA8D1-E9BF-495D-865F-D53B562B700E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A907D0-2153-41E5-8CE4-3A7D3B480F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1381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039BB-5D6A-24FF-253A-49F3D995A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34FB3B-F1B4-61AB-B80F-BB6EB4D96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F49BD-9B9C-4D36-7D30-1EA7159DA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E2275-56D4-1403-79D0-BC122A14C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7FF107-8D5A-D04E-A15B-C63A2602C06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9190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4E018-8194-27B1-63E7-69BAA5EB0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1D79B-93AF-9840-87E0-36F8BBAB3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44BA2D-2B8F-8052-AC62-75E03B1E2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A4FE6-94F4-5727-C1EF-361541FE8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7FF107-8D5A-D04E-A15B-C63A2602C06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8497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9213BF4-5A58-40DE-7491-BCFB18B6CC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621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8357EA9-3918-6427-2A4A-80CB2427AD2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" y="893"/>
            <a:ext cx="12192000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A894AE-73C6-ED71-CA12-5013DE8B0A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800" y="1122363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CDAB0C-B9D9-6829-D2C1-3F4A738C6A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8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298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DB607-6911-AE3F-2128-909F82E74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08A57-88A6-8CAB-7925-F2350F0E8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AC64F-9770-C940-56C1-E2941C556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B1AE-A624-48E2-874D-3204DB7E8D6C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BAD39-B13C-4EAF-B467-D0CFD2A98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D85A1-C53C-75B8-E775-2290F783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40BD-3E2B-4D97-B64F-006AEEC5D4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0637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5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E0196964-F1EE-6E2B-C04F-3F08CB07E7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621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B57A701-A1CD-200E-B8A7-8C6EF4CE8A50}"/>
              </a:ext>
            </a:extLst>
          </p:cNvPr>
          <p:cNvSpPr/>
          <p:nvPr userDrawn="1"/>
        </p:nvSpPr>
        <p:spPr>
          <a:xfrm>
            <a:off x="111936" y="113400"/>
            <a:ext cx="5928098" cy="6631200"/>
          </a:xfrm>
          <a:prstGeom prst="roundRect">
            <a:avLst>
              <a:gd name="adj" fmla="val 2142"/>
            </a:avLst>
          </a:prstGeom>
          <a:solidFill>
            <a:schemeClr val="bg1"/>
          </a:solidFill>
          <a:ln>
            <a:noFill/>
          </a:ln>
          <a:effectLst>
            <a:outerShdw blurRad="177800" dist="381000" sx="97000" sy="97000" algn="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IVEA Brand Type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ECFE1A-AB77-6C60-107E-6D603BD59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53362" y="6122159"/>
            <a:ext cx="835838" cy="2172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EDB607-6911-AE3F-2128-909F82E74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436" y="264325"/>
            <a:ext cx="5404963" cy="7076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08A57-88A6-8CAB-7925-F2350F0E8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436" y="1252438"/>
            <a:ext cx="5404963" cy="486036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AC64F-9770-C940-56C1-E2941C556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B1AE-A624-48E2-874D-3204DB7E8D6C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BAD39-B13C-4EAF-B467-D0CFD2A98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3017A0-F0C9-EF77-6FC1-4E0D2AF05637}"/>
              </a:ext>
            </a:extLst>
          </p:cNvPr>
          <p:cNvSpPr/>
          <p:nvPr userDrawn="1"/>
        </p:nvSpPr>
        <p:spPr>
          <a:xfrm>
            <a:off x="6151969" y="113400"/>
            <a:ext cx="5598594" cy="6631200"/>
          </a:xfrm>
          <a:prstGeom prst="roundRect">
            <a:avLst>
              <a:gd name="adj" fmla="val 2268"/>
            </a:avLst>
          </a:prstGeom>
          <a:solidFill>
            <a:schemeClr val="bg1"/>
          </a:solidFill>
          <a:ln>
            <a:noFill/>
          </a:ln>
          <a:effectLst>
            <a:outerShdw blurRad="177800" dist="381000" sx="97000" sy="97000" algn="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IVEA Brand Type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D85A1-C53C-75B8-E775-2290F783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40BD-3E2B-4D97-B64F-006AEEC5D4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704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E0196964-F1EE-6E2B-C04F-3F08CB07E7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6214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929B78A-1191-4871-E7A8-F254865C58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029600" y="113400"/>
            <a:ext cx="1720962" cy="6631200"/>
          </a:xfrm>
          <a:custGeom>
            <a:avLst/>
            <a:gdLst>
              <a:gd name="connsiteX0" fmla="*/ 127007 w 1720962"/>
              <a:gd name="connsiteY0" fmla="*/ 0 h 6631200"/>
              <a:gd name="connsiteX1" fmla="*/ 1593955 w 1720962"/>
              <a:gd name="connsiteY1" fmla="*/ 0 h 6631200"/>
              <a:gd name="connsiteX2" fmla="*/ 1720962 w 1720962"/>
              <a:gd name="connsiteY2" fmla="*/ 127007 h 6631200"/>
              <a:gd name="connsiteX3" fmla="*/ 1720962 w 1720962"/>
              <a:gd name="connsiteY3" fmla="*/ 6504193 h 6631200"/>
              <a:gd name="connsiteX4" fmla="*/ 1593955 w 1720962"/>
              <a:gd name="connsiteY4" fmla="*/ 6631200 h 6631200"/>
              <a:gd name="connsiteX5" fmla="*/ 127007 w 1720962"/>
              <a:gd name="connsiteY5" fmla="*/ 6631200 h 6631200"/>
              <a:gd name="connsiteX6" fmla="*/ 0 w 1720962"/>
              <a:gd name="connsiteY6" fmla="*/ 6504193 h 6631200"/>
              <a:gd name="connsiteX7" fmla="*/ 0 w 1720962"/>
              <a:gd name="connsiteY7" fmla="*/ 127007 h 6631200"/>
              <a:gd name="connsiteX8" fmla="*/ 127007 w 1720962"/>
              <a:gd name="connsiteY8" fmla="*/ 0 h 66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0962" h="6631200">
                <a:moveTo>
                  <a:pt x="127007" y="0"/>
                </a:moveTo>
                <a:lnTo>
                  <a:pt x="1593955" y="0"/>
                </a:lnTo>
                <a:cubicBezTo>
                  <a:pt x="1664099" y="0"/>
                  <a:pt x="1720962" y="56863"/>
                  <a:pt x="1720962" y="127007"/>
                </a:cubicBezTo>
                <a:lnTo>
                  <a:pt x="1720962" y="6504193"/>
                </a:lnTo>
                <a:cubicBezTo>
                  <a:pt x="1720962" y="6574337"/>
                  <a:pt x="1664099" y="6631200"/>
                  <a:pt x="1593955" y="6631200"/>
                </a:cubicBezTo>
                <a:lnTo>
                  <a:pt x="127007" y="6631200"/>
                </a:lnTo>
                <a:cubicBezTo>
                  <a:pt x="56863" y="6631200"/>
                  <a:pt x="0" y="6574337"/>
                  <a:pt x="0" y="6504193"/>
                </a:cubicBezTo>
                <a:lnTo>
                  <a:pt x="0" y="127007"/>
                </a:lnTo>
                <a:cubicBezTo>
                  <a:pt x="0" y="56863"/>
                  <a:pt x="56863" y="0"/>
                  <a:pt x="12700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B57A701-A1CD-200E-B8A7-8C6EF4CE8A50}"/>
              </a:ext>
            </a:extLst>
          </p:cNvPr>
          <p:cNvSpPr/>
          <p:nvPr userDrawn="1"/>
        </p:nvSpPr>
        <p:spPr>
          <a:xfrm>
            <a:off x="111935" y="113400"/>
            <a:ext cx="9805569" cy="6631200"/>
          </a:xfrm>
          <a:prstGeom prst="roundRect">
            <a:avLst>
              <a:gd name="adj" fmla="val 1915"/>
            </a:avLst>
          </a:prstGeom>
          <a:solidFill>
            <a:schemeClr val="bg1"/>
          </a:solidFill>
          <a:ln>
            <a:noFill/>
          </a:ln>
          <a:effectLst>
            <a:outerShdw blurRad="177800" dist="381000" sx="97000" sy="97000" algn="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IVEA Brand Type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ECFE1A-AB77-6C60-107E-6D603BD59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53362" y="6122159"/>
            <a:ext cx="835838" cy="2172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EDB607-6911-AE3F-2128-909F82E74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438" y="264325"/>
            <a:ext cx="9146724" cy="7076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08A57-88A6-8CAB-7925-F2350F0E8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438" y="1252438"/>
            <a:ext cx="9146724" cy="486036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AC64F-9770-C940-56C1-E2941C556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B1AE-A624-48E2-874D-3204DB7E8D6C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BAD39-B13C-4EAF-B467-D0CFD2A98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D85A1-C53C-75B8-E775-2290F783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40BD-3E2B-4D97-B64F-006AEEC5D4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8891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%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E0196964-F1EE-6E2B-C04F-3F08CB07E7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6214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4B3AB12-AE94-8D1E-8091-2A588FED1F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1969" y="113400"/>
            <a:ext cx="5598594" cy="6631200"/>
          </a:xfrm>
          <a:custGeom>
            <a:avLst/>
            <a:gdLst>
              <a:gd name="connsiteX0" fmla="*/ 126976 w 5598594"/>
              <a:gd name="connsiteY0" fmla="*/ 0 h 6631200"/>
              <a:gd name="connsiteX1" fmla="*/ 5471618 w 5598594"/>
              <a:gd name="connsiteY1" fmla="*/ 0 h 6631200"/>
              <a:gd name="connsiteX2" fmla="*/ 5598594 w 5598594"/>
              <a:gd name="connsiteY2" fmla="*/ 126976 h 6631200"/>
              <a:gd name="connsiteX3" fmla="*/ 5598594 w 5598594"/>
              <a:gd name="connsiteY3" fmla="*/ 6504224 h 6631200"/>
              <a:gd name="connsiteX4" fmla="*/ 5471618 w 5598594"/>
              <a:gd name="connsiteY4" fmla="*/ 6631200 h 6631200"/>
              <a:gd name="connsiteX5" fmla="*/ 126976 w 5598594"/>
              <a:gd name="connsiteY5" fmla="*/ 6631200 h 6631200"/>
              <a:gd name="connsiteX6" fmla="*/ 0 w 5598594"/>
              <a:gd name="connsiteY6" fmla="*/ 6504224 h 6631200"/>
              <a:gd name="connsiteX7" fmla="*/ 0 w 5598594"/>
              <a:gd name="connsiteY7" fmla="*/ 126976 h 6631200"/>
              <a:gd name="connsiteX8" fmla="*/ 126976 w 5598594"/>
              <a:gd name="connsiteY8" fmla="*/ 0 h 66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98594" h="6631200">
                <a:moveTo>
                  <a:pt x="126976" y="0"/>
                </a:moveTo>
                <a:lnTo>
                  <a:pt x="5471618" y="0"/>
                </a:lnTo>
                <a:cubicBezTo>
                  <a:pt x="5541745" y="0"/>
                  <a:pt x="5598594" y="56849"/>
                  <a:pt x="5598594" y="126976"/>
                </a:cubicBezTo>
                <a:lnTo>
                  <a:pt x="5598594" y="6504224"/>
                </a:lnTo>
                <a:cubicBezTo>
                  <a:pt x="5598594" y="6574351"/>
                  <a:pt x="5541745" y="6631200"/>
                  <a:pt x="5471618" y="6631200"/>
                </a:cubicBezTo>
                <a:lnTo>
                  <a:pt x="126976" y="6631200"/>
                </a:lnTo>
                <a:cubicBezTo>
                  <a:pt x="56849" y="6631200"/>
                  <a:pt x="0" y="6574351"/>
                  <a:pt x="0" y="6504224"/>
                </a:cubicBezTo>
                <a:lnTo>
                  <a:pt x="0" y="126976"/>
                </a:lnTo>
                <a:cubicBezTo>
                  <a:pt x="0" y="56849"/>
                  <a:pt x="56849" y="0"/>
                  <a:pt x="12697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B57A701-A1CD-200E-B8A7-8C6EF4CE8A50}"/>
              </a:ext>
            </a:extLst>
          </p:cNvPr>
          <p:cNvSpPr/>
          <p:nvPr userDrawn="1"/>
        </p:nvSpPr>
        <p:spPr>
          <a:xfrm>
            <a:off x="111936" y="113400"/>
            <a:ext cx="5928098" cy="6631200"/>
          </a:xfrm>
          <a:prstGeom prst="roundRect">
            <a:avLst>
              <a:gd name="adj" fmla="val 2142"/>
            </a:avLst>
          </a:prstGeom>
          <a:solidFill>
            <a:schemeClr val="bg1"/>
          </a:solidFill>
          <a:ln>
            <a:noFill/>
          </a:ln>
          <a:effectLst>
            <a:outerShdw blurRad="177800" dist="381000" sx="97000" sy="97000" algn="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IVEA Brand Type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ECFE1A-AB77-6C60-107E-6D603BD59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53362" y="6122159"/>
            <a:ext cx="835838" cy="2172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EDB607-6911-AE3F-2128-909F82E74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436" y="264325"/>
            <a:ext cx="5404963" cy="7076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08A57-88A6-8CAB-7925-F2350F0E8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436" y="1252438"/>
            <a:ext cx="5404963" cy="486036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AC64F-9770-C940-56C1-E2941C556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B1AE-A624-48E2-874D-3204DB7E8D6C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BAD39-B13C-4EAF-B467-D0CFD2A98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D85A1-C53C-75B8-E775-2290F783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40BD-3E2B-4D97-B64F-006AEEC5D4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347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dobe Clean"/>
                <a:cs typeface="Adobe Cle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  <p:extLst>
      <p:ext uri="{BB962C8B-B14F-4D97-AF65-F5344CB8AC3E}">
        <p14:creationId xmlns:p14="http://schemas.microsoft.com/office/powerpoint/2010/main" val="413324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228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36E720BA-5B00-4B90-8367-54225A2C3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491053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Placeholder 15">
            <a:extLst>
              <a:ext uri="{FF2B5EF4-FFF2-40B4-BE49-F238E27FC236}">
                <a16:creationId xmlns:a16="http://schemas.microsoft.com/office/drawing/2014/main" id="{7E50A7EE-6C2D-680F-D594-2D5B63032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0046"/>
            <a:ext cx="10515600" cy="1300641"/>
          </a:xfrm>
          <a:prstGeom prst="rect">
            <a:avLst/>
          </a:prstGeom>
          <a:noFill/>
          <a:ln>
            <a:noFill/>
          </a:ln>
        </p:spPr>
        <p:txBody>
          <a:bodyPr rtlCol="0" anchor="ctr">
            <a:normAutofit/>
          </a:bodyPr>
          <a:lstStyle>
            <a:lvl1pPr>
              <a:defRPr lang="en-GB" dirty="0">
                <a:gradFill>
                  <a:gsLst>
                    <a:gs pos="0">
                      <a:schemeClr val="accent1"/>
                    </a:gs>
                    <a:gs pos="33330">
                      <a:schemeClr val="accent2"/>
                    </a:gs>
                    <a:gs pos="66660">
                      <a:schemeClr val="accent3"/>
                    </a:gs>
                    <a:gs pos="100000">
                      <a:schemeClr val="accent4"/>
                    </a:gs>
                  </a:gsLst>
                  <a:lin ang="2700000" scaled="0"/>
                </a:gradFill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4193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AA810-4EEC-4D0F-B163-DFC963816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B6233-FC4F-4628-BA1D-2782F64945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1D367-A9C7-46F9-B78E-724D1BEC06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ADE164-D45A-44D8-82C5-2E0962BB70DA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90720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86A6C-8376-1E41-BD5C-E20A76288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312661"/>
            <a:ext cx="11494008" cy="646189"/>
          </a:xfrm>
        </p:spPr>
        <p:txBody>
          <a:bodyPr lIns="45720" rIns="4572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3472C-7D95-F84A-A3A5-3FF355EE7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559241" y="6921699"/>
            <a:ext cx="632759" cy="267660"/>
          </a:xfrm>
        </p:spPr>
        <p:txBody>
          <a:bodyPr/>
          <a:lstStyle/>
          <a:p>
            <a:fld id="{8CB0EC54-4295-4C49-9904-62E624678780}" type="datetime1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5CF410-CCC2-8C42-B73A-A90343E15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CD366-50A2-F340-B9DD-C9E73E923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4ABF7-EC33-204F-A680-BCCE3CA241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EE18BCB-5B0C-CC43-82F4-E212011C84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1060" y="1394086"/>
            <a:ext cx="11521440" cy="4636008"/>
          </a:xfrm>
        </p:spPr>
        <p:txBody>
          <a:bodyPr lIns="45720" rIns="45720" anchor="t">
            <a:noAutofit/>
          </a:bodyPr>
          <a:lstStyle>
            <a:lvl1pPr marL="233363" indent="-233363">
              <a:lnSpc>
                <a:spcPct val="100000"/>
              </a:lnSpc>
              <a:buFont typeface="Arial" panose="020B0604020202020204" pitchFamily="34" charset="0"/>
              <a:buChar char="•"/>
              <a:defRPr/>
            </a:lvl1pPr>
            <a:lvl2pPr marL="690563" indent="-233363">
              <a:lnSpc>
                <a:spcPct val="100000"/>
              </a:lnSpc>
              <a:buFont typeface="Arial" panose="020B0604020202020204" pitchFamily="34" charset="0"/>
              <a:buChar char="•"/>
              <a:defRPr/>
            </a:lvl2pPr>
            <a:lvl3pPr marL="1147763" indent="-233363">
              <a:lnSpc>
                <a:spcPct val="100000"/>
              </a:lnSpc>
              <a:buFont typeface="Arial" panose="020B0604020202020204" pitchFamily="34" charset="0"/>
              <a:buChar char="•"/>
              <a:defRPr/>
            </a:lvl3pPr>
            <a:lvl4pPr marL="1604963" indent="-233363">
              <a:lnSpc>
                <a:spcPct val="100000"/>
              </a:lnSpc>
              <a:buFont typeface="Arial" panose="020B0604020202020204" pitchFamily="34" charset="0"/>
              <a:buChar char="•"/>
              <a:defRPr/>
            </a:lvl4pPr>
            <a:lvl5pPr marL="2062163" indent="-233363">
              <a:lnSpc>
                <a:spcPct val="100000"/>
              </a:lnSpc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1918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4AB218C8-ADF3-21F9-83A9-FCABFE32B8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62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2FA745-A049-8CAA-F821-626DDF853AF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100000"/>
          </a:blip>
          <a:stretch>
            <a:fillRect/>
          </a:stretch>
        </p:blipFill>
        <p:spPr>
          <a:xfrm rot="16200000">
            <a:off x="11553363" y="6218057"/>
            <a:ext cx="835838" cy="217245"/>
          </a:xfrm>
          <a:prstGeom prst="rect">
            <a:avLst/>
          </a:prstGeom>
        </p:spPr>
      </p:pic>
      <p:sp>
        <p:nvSpPr>
          <p:cNvPr id="8" name="Rectangle: Rounded Corners 19">
            <a:extLst>
              <a:ext uri="{FF2B5EF4-FFF2-40B4-BE49-F238E27FC236}">
                <a16:creationId xmlns:a16="http://schemas.microsoft.com/office/drawing/2014/main" id="{9A32D357-396D-8290-8249-06D62F037AC5}"/>
              </a:ext>
            </a:extLst>
          </p:cNvPr>
          <p:cNvSpPr/>
          <p:nvPr userDrawn="1"/>
        </p:nvSpPr>
        <p:spPr>
          <a:xfrm>
            <a:off x="112016" y="1288742"/>
            <a:ext cx="11638626" cy="5455857"/>
          </a:xfrm>
          <a:prstGeom prst="roundRect">
            <a:avLst>
              <a:gd name="adj" fmla="val 2328"/>
            </a:avLst>
          </a:prstGeom>
          <a:solidFill>
            <a:schemeClr val="bg1"/>
          </a:solidFill>
          <a:ln>
            <a:noFill/>
          </a:ln>
          <a:effectLst>
            <a:outerShdw blurRad="177800" dist="381000" sx="97000" sy="97000" algn="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IVEA Brand Type"/>
              <a:ea typeface="+mn-ea"/>
              <a:cs typeface="+mn-cs"/>
            </a:endParaRPr>
          </a:p>
        </p:txBody>
      </p:sp>
      <p:sp>
        <p:nvSpPr>
          <p:cNvPr id="9" name="Rectangle: Rounded Corners 18">
            <a:extLst>
              <a:ext uri="{FF2B5EF4-FFF2-40B4-BE49-F238E27FC236}">
                <a16:creationId xmlns:a16="http://schemas.microsoft.com/office/drawing/2014/main" id="{25905404-BA81-7599-DA2D-D58AE8BEAB47}"/>
              </a:ext>
            </a:extLst>
          </p:cNvPr>
          <p:cNvSpPr/>
          <p:nvPr userDrawn="1"/>
        </p:nvSpPr>
        <p:spPr>
          <a:xfrm>
            <a:off x="111935" y="113400"/>
            <a:ext cx="11638626" cy="1061942"/>
          </a:xfrm>
          <a:prstGeom prst="roundRect">
            <a:avLst>
              <a:gd name="adj" fmla="val 11959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177800" dist="381000" sx="97000" sy="97000" algn="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IVEA Brand Typ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537FFB-5228-DEBC-C810-C8A489CE2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22" y="113401"/>
            <a:ext cx="11350451" cy="1061942"/>
          </a:xfrm>
        </p:spPr>
        <p:txBody>
          <a:bodyPr>
            <a:noAutofit/>
          </a:bodyPr>
          <a:lstStyle>
            <a:lvl1pPr>
              <a:defRPr sz="2400" b="1" i="0">
                <a:latin typeface="Montserrat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1300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24773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012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355E1E0D-BE0D-96B6-1FD4-6D6C98BF518E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621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DC26686-E197-DD1D-60FF-DA8329DB0437}"/>
              </a:ext>
            </a:extLst>
          </p:cNvPr>
          <p:cNvSpPr/>
          <p:nvPr userDrawn="1"/>
        </p:nvSpPr>
        <p:spPr>
          <a:xfrm>
            <a:off x="111935" y="113400"/>
            <a:ext cx="11638627" cy="6631200"/>
          </a:xfrm>
          <a:prstGeom prst="roundRect">
            <a:avLst>
              <a:gd name="adj" fmla="val 2122"/>
            </a:avLst>
          </a:prstGeom>
          <a:solidFill>
            <a:schemeClr val="bg1"/>
          </a:solidFill>
          <a:ln>
            <a:noFill/>
          </a:ln>
          <a:effectLst>
            <a:outerShdw blurRad="177800" dist="381000" sx="97000" sy="97000" algn="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IVEA Brand Type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DB81F4-B4C7-11CC-3257-695FB932A645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53362" y="6122159"/>
            <a:ext cx="835838" cy="217245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5ECFF6-BE68-035B-057D-04415AF7B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438" y="264325"/>
            <a:ext cx="10912362" cy="707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6809D-6336-CF56-ECC6-C0332E69C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1438" y="1252438"/>
            <a:ext cx="10912362" cy="4860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C7107-2C66-C897-C5EC-E3D6C6E05F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4B1AE-A624-48E2-874D-3204DB7E8D6C}" type="datetimeFigureOut">
              <a:rPr lang="en-GB" smtClean="0"/>
              <a:pPr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3E270-C514-2D78-3543-80C422686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FFE0D-A419-8373-6751-872EDA88CA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0240BD-3E2B-4D97-B64F-006AEEC5D47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1034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>
              <a:lumMod val="75000"/>
              <a:lumOff val="25000"/>
            </a:schemeClr>
          </a:solidFill>
          <a:latin typeface="Montserrat" panose="000008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13" Type="http://schemas.openxmlformats.org/officeDocument/2006/relationships/diagramLayout" Target="../diagrams/layout2.xml"/><Relationship Id="rId18" Type="http://schemas.openxmlformats.org/officeDocument/2006/relationships/diagramLayout" Target="../diagrams/layout3.xml"/><Relationship Id="rId26" Type="http://schemas.microsoft.com/office/2007/relationships/diagramDrawing" Target="../diagrams/drawing4.xml"/><Relationship Id="rId3" Type="http://schemas.openxmlformats.org/officeDocument/2006/relationships/image" Target="../media/image6.png"/><Relationship Id="rId21" Type="http://schemas.microsoft.com/office/2007/relationships/diagramDrawing" Target="../diagrams/drawing3.xml"/><Relationship Id="rId7" Type="http://schemas.openxmlformats.org/officeDocument/2006/relationships/diagramData" Target="../diagrams/data1.xml"/><Relationship Id="rId12" Type="http://schemas.openxmlformats.org/officeDocument/2006/relationships/diagramData" Target="../diagrams/data2.xml"/><Relationship Id="rId17" Type="http://schemas.openxmlformats.org/officeDocument/2006/relationships/diagramData" Target="../diagrams/data3.xml"/><Relationship Id="rId25" Type="http://schemas.openxmlformats.org/officeDocument/2006/relationships/diagramColors" Target="../diagrams/colors4.xml"/><Relationship Id="rId2" Type="http://schemas.openxmlformats.org/officeDocument/2006/relationships/notesSlide" Target="../notesSlides/notesSlide1.xml"/><Relationship Id="rId16" Type="http://schemas.microsoft.com/office/2007/relationships/diagramDrawing" Target="../diagrams/drawing2.xml"/><Relationship Id="rId20" Type="http://schemas.openxmlformats.org/officeDocument/2006/relationships/diagramColors" Target="../diagrams/colors3.xml"/><Relationship Id="rId29" Type="http://schemas.openxmlformats.org/officeDocument/2006/relationships/diagramQuickStyle" Target="../diagrams/quickStyl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microsoft.com/office/2007/relationships/diagramDrawing" Target="../diagrams/drawing1.xml"/><Relationship Id="rId24" Type="http://schemas.openxmlformats.org/officeDocument/2006/relationships/diagramQuickStyle" Target="../diagrams/quickStyle4.xml"/><Relationship Id="rId5" Type="http://schemas.openxmlformats.org/officeDocument/2006/relationships/image" Target="../media/image8.png"/><Relationship Id="rId15" Type="http://schemas.openxmlformats.org/officeDocument/2006/relationships/diagramColors" Target="../diagrams/colors2.xml"/><Relationship Id="rId23" Type="http://schemas.openxmlformats.org/officeDocument/2006/relationships/diagramLayout" Target="../diagrams/layout4.xml"/><Relationship Id="rId28" Type="http://schemas.openxmlformats.org/officeDocument/2006/relationships/diagramLayout" Target="../diagrams/layout5.xml"/><Relationship Id="rId10" Type="http://schemas.openxmlformats.org/officeDocument/2006/relationships/diagramColors" Target="../diagrams/colors1.xml"/><Relationship Id="rId19" Type="http://schemas.openxmlformats.org/officeDocument/2006/relationships/diagramQuickStyle" Target="../diagrams/quickStyle3.xml"/><Relationship Id="rId31" Type="http://schemas.microsoft.com/office/2007/relationships/diagramDrawing" Target="../diagrams/drawing5.xml"/><Relationship Id="rId4" Type="http://schemas.openxmlformats.org/officeDocument/2006/relationships/image" Target="../media/image7.png"/><Relationship Id="rId9" Type="http://schemas.openxmlformats.org/officeDocument/2006/relationships/diagramQuickStyle" Target="../diagrams/quickStyle1.xml"/><Relationship Id="rId14" Type="http://schemas.openxmlformats.org/officeDocument/2006/relationships/diagramQuickStyle" Target="../diagrams/quickStyle2.xml"/><Relationship Id="rId22" Type="http://schemas.openxmlformats.org/officeDocument/2006/relationships/diagramData" Target="../diagrams/data4.xml"/><Relationship Id="rId27" Type="http://schemas.openxmlformats.org/officeDocument/2006/relationships/diagramData" Target="../diagrams/data5.xml"/><Relationship Id="rId30" Type="http://schemas.openxmlformats.org/officeDocument/2006/relationships/diagramColors" Target="../diagrams/colors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13" Type="http://schemas.openxmlformats.org/officeDocument/2006/relationships/diagramLayout" Target="../diagrams/layout7.xml"/><Relationship Id="rId18" Type="http://schemas.openxmlformats.org/officeDocument/2006/relationships/diagramLayout" Target="../diagrams/layout8.xml"/><Relationship Id="rId26" Type="http://schemas.microsoft.com/office/2007/relationships/diagramDrawing" Target="../diagrams/drawing9.xml"/><Relationship Id="rId3" Type="http://schemas.openxmlformats.org/officeDocument/2006/relationships/image" Target="../media/image10.png"/><Relationship Id="rId21" Type="http://schemas.microsoft.com/office/2007/relationships/diagramDrawing" Target="../diagrams/drawing8.xml"/><Relationship Id="rId7" Type="http://schemas.openxmlformats.org/officeDocument/2006/relationships/diagramData" Target="../diagrams/data6.xml"/><Relationship Id="rId12" Type="http://schemas.openxmlformats.org/officeDocument/2006/relationships/diagramData" Target="../diagrams/data7.xml"/><Relationship Id="rId17" Type="http://schemas.openxmlformats.org/officeDocument/2006/relationships/diagramData" Target="../diagrams/data8.xml"/><Relationship Id="rId25" Type="http://schemas.openxmlformats.org/officeDocument/2006/relationships/diagramColors" Target="../diagrams/colors9.xml"/><Relationship Id="rId2" Type="http://schemas.openxmlformats.org/officeDocument/2006/relationships/notesSlide" Target="../notesSlides/notesSlide2.xml"/><Relationship Id="rId16" Type="http://schemas.microsoft.com/office/2007/relationships/diagramDrawing" Target="../diagrams/drawing7.xml"/><Relationship Id="rId20" Type="http://schemas.openxmlformats.org/officeDocument/2006/relationships/diagramColors" Target="../diagrams/colors8.xml"/><Relationship Id="rId29" Type="http://schemas.openxmlformats.org/officeDocument/2006/relationships/diagramQuickStyle" Target="../diagrams/quickStyl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microsoft.com/office/2007/relationships/diagramDrawing" Target="../diagrams/drawing6.xml"/><Relationship Id="rId24" Type="http://schemas.openxmlformats.org/officeDocument/2006/relationships/diagramQuickStyle" Target="../diagrams/quickStyle9.xml"/><Relationship Id="rId5" Type="http://schemas.openxmlformats.org/officeDocument/2006/relationships/image" Target="../media/image12.png"/><Relationship Id="rId15" Type="http://schemas.openxmlformats.org/officeDocument/2006/relationships/diagramColors" Target="../diagrams/colors7.xml"/><Relationship Id="rId23" Type="http://schemas.openxmlformats.org/officeDocument/2006/relationships/diagramLayout" Target="../diagrams/layout9.xml"/><Relationship Id="rId28" Type="http://schemas.openxmlformats.org/officeDocument/2006/relationships/diagramLayout" Target="../diagrams/layout10.xml"/><Relationship Id="rId10" Type="http://schemas.openxmlformats.org/officeDocument/2006/relationships/diagramColors" Target="../diagrams/colors6.xml"/><Relationship Id="rId19" Type="http://schemas.openxmlformats.org/officeDocument/2006/relationships/diagramQuickStyle" Target="../diagrams/quickStyle8.xml"/><Relationship Id="rId31" Type="http://schemas.microsoft.com/office/2007/relationships/diagramDrawing" Target="../diagrams/drawing10.xml"/><Relationship Id="rId4" Type="http://schemas.openxmlformats.org/officeDocument/2006/relationships/image" Target="../media/image11.png"/><Relationship Id="rId9" Type="http://schemas.openxmlformats.org/officeDocument/2006/relationships/diagramQuickStyle" Target="../diagrams/quickStyle6.xml"/><Relationship Id="rId14" Type="http://schemas.openxmlformats.org/officeDocument/2006/relationships/diagramQuickStyle" Target="../diagrams/quickStyle7.xml"/><Relationship Id="rId22" Type="http://schemas.openxmlformats.org/officeDocument/2006/relationships/diagramData" Target="../diagrams/data9.xml"/><Relationship Id="rId27" Type="http://schemas.openxmlformats.org/officeDocument/2006/relationships/diagramData" Target="../diagrams/data10.xml"/><Relationship Id="rId30" Type="http://schemas.openxmlformats.org/officeDocument/2006/relationships/diagramColors" Target="../diagrams/colors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9E39F-96F1-80CC-282B-16865C5BA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 descr="A graph of different colored rectangular shapes">
            <a:extLst>
              <a:ext uri="{FF2B5EF4-FFF2-40B4-BE49-F238E27FC236}">
                <a16:creationId xmlns:a16="http://schemas.microsoft.com/office/drawing/2014/main" id="{C3C96EF8-17B6-01BD-74C2-6037FB221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88"/>
          <a:stretch>
            <a:fillRect/>
          </a:stretch>
        </p:blipFill>
        <p:spPr>
          <a:xfrm>
            <a:off x="5933819" y="4490963"/>
            <a:ext cx="2896350" cy="2160000"/>
          </a:xfrm>
          <a:prstGeom prst="rect">
            <a:avLst/>
          </a:prstGeom>
        </p:spPr>
      </p:pic>
      <p:pic>
        <p:nvPicPr>
          <p:cNvPr id="65" name="Picture 64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F92D0C99-F95E-D595-CEFF-5DDEE07035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7060" y="4490963"/>
            <a:ext cx="2827200" cy="2160000"/>
          </a:xfrm>
          <a:prstGeom prst="rect">
            <a:avLst/>
          </a:prstGeom>
        </p:spPr>
      </p:pic>
      <p:pic>
        <p:nvPicPr>
          <p:cNvPr id="96" name="Picture 95" descr="A green and blue pie chart&#10;&#10;AI-generated content may be incorrect.">
            <a:extLst>
              <a:ext uri="{FF2B5EF4-FFF2-40B4-BE49-F238E27FC236}">
                <a16:creationId xmlns:a16="http://schemas.microsoft.com/office/drawing/2014/main" id="{837ECCE4-EE51-E9A2-0832-2937D159BF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37" y="4490963"/>
            <a:ext cx="2827200" cy="2160000"/>
          </a:xfrm>
          <a:prstGeom prst="rect">
            <a:avLst/>
          </a:prstGeom>
        </p:spPr>
      </p:pic>
      <p:pic>
        <p:nvPicPr>
          <p:cNvPr id="98" name="Picture 97" descr="A green and blue circle with a white circle&#10;&#10;AI-generated content may be incorrect.">
            <a:extLst>
              <a:ext uri="{FF2B5EF4-FFF2-40B4-BE49-F238E27FC236}">
                <a16:creationId xmlns:a16="http://schemas.microsoft.com/office/drawing/2014/main" id="{95A98B5F-DBDC-A541-3748-01058EEC1F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728" y="4490963"/>
            <a:ext cx="2827200" cy="2160000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9CC54C3A-E0F0-4AC9-EE53-BEB455EC48A9}"/>
              </a:ext>
            </a:extLst>
          </p:cNvPr>
          <p:cNvSpPr txBox="1">
            <a:spLocks/>
          </p:cNvSpPr>
          <p:nvPr/>
        </p:nvSpPr>
        <p:spPr>
          <a:xfrm>
            <a:off x="276910" y="300605"/>
            <a:ext cx="11430131" cy="707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en-GB" sz="1600" dirty="0">
                <a:solidFill>
                  <a:schemeClr val="tx1"/>
                </a:solidFill>
                <a:latin typeface="Montserrat" panose="00000500000000000000" pitchFamily="50" charset="0"/>
              </a:rPr>
              <a:t>Adobe Studio Progression</a:t>
            </a:r>
          </a:p>
        </p:txBody>
      </p:sp>
      <p:sp>
        <p:nvSpPr>
          <p:cNvPr id="46" name="Arrow: Pentagon 45">
            <a:extLst>
              <a:ext uri="{FF2B5EF4-FFF2-40B4-BE49-F238E27FC236}">
                <a16:creationId xmlns:a16="http://schemas.microsoft.com/office/drawing/2014/main" id="{7C6B3A6A-BE0D-73BE-EBD6-882D0672462A}"/>
              </a:ext>
            </a:extLst>
          </p:cNvPr>
          <p:cNvSpPr/>
          <p:nvPr/>
        </p:nvSpPr>
        <p:spPr>
          <a:xfrm>
            <a:off x="167726" y="941982"/>
            <a:ext cx="5699570" cy="504000"/>
          </a:xfrm>
          <a:prstGeom prst="homePlate">
            <a:avLst/>
          </a:prstGeom>
          <a:solidFill>
            <a:srgbClr val="1DD4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50" charset="0"/>
              </a:rPr>
              <a:t>Display</a:t>
            </a:r>
          </a:p>
        </p:txBody>
      </p:sp>
      <p:graphicFrame>
        <p:nvGraphicFramePr>
          <p:cNvPr id="42" name="Diagram 41">
            <a:extLst>
              <a:ext uri="{FF2B5EF4-FFF2-40B4-BE49-F238E27FC236}">
                <a16:creationId xmlns:a16="http://schemas.microsoft.com/office/drawing/2014/main" id="{7407B50C-0AD9-D80E-5ADC-98C949005E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3380704"/>
              </p:ext>
            </p:extLst>
          </p:nvPr>
        </p:nvGraphicFramePr>
        <p:xfrm>
          <a:off x="167725" y="2518090"/>
          <a:ext cx="5699203" cy="1967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87" name="Arrow: Pentagon 86">
            <a:extLst>
              <a:ext uri="{FF2B5EF4-FFF2-40B4-BE49-F238E27FC236}">
                <a16:creationId xmlns:a16="http://schemas.microsoft.com/office/drawing/2014/main" id="{4DDCB512-5972-4010-8BDD-692D7C714FBC}"/>
              </a:ext>
            </a:extLst>
          </p:cNvPr>
          <p:cNvSpPr/>
          <p:nvPr/>
        </p:nvSpPr>
        <p:spPr>
          <a:xfrm>
            <a:off x="5983746" y="941982"/>
            <a:ext cx="5699570" cy="504000"/>
          </a:xfrm>
          <a:prstGeom prst="homePlate">
            <a:avLst/>
          </a:prstGeom>
          <a:solidFill>
            <a:srgbClr val="1DD4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 b="1" dirty="0">
                <a:latin typeface="Montserrat" panose="00000500000000000000" pitchFamily="50" charset="0"/>
              </a:rPr>
              <a:t>Paid Social</a:t>
            </a:r>
          </a:p>
        </p:txBody>
      </p:sp>
      <p:graphicFrame>
        <p:nvGraphicFramePr>
          <p:cNvPr id="88" name="Diagram 87">
            <a:extLst>
              <a:ext uri="{FF2B5EF4-FFF2-40B4-BE49-F238E27FC236}">
                <a16:creationId xmlns:a16="http://schemas.microsoft.com/office/drawing/2014/main" id="{00E95B0E-D901-A50B-0255-E83B951A95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2506105"/>
              </p:ext>
            </p:extLst>
          </p:nvPr>
        </p:nvGraphicFramePr>
        <p:xfrm>
          <a:off x="5995322" y="2518090"/>
          <a:ext cx="5699203" cy="1967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99" name="Diagram 98">
            <a:extLst>
              <a:ext uri="{FF2B5EF4-FFF2-40B4-BE49-F238E27FC236}">
                <a16:creationId xmlns:a16="http://schemas.microsoft.com/office/drawing/2014/main" id="{A6825641-B596-2E65-5280-995A6B5730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0064432"/>
              </p:ext>
            </p:extLst>
          </p:nvPr>
        </p:nvGraphicFramePr>
        <p:xfrm>
          <a:off x="1596000" y="1477185"/>
          <a:ext cx="9000000" cy="50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100" name="Diagram 99">
            <a:extLst>
              <a:ext uri="{FF2B5EF4-FFF2-40B4-BE49-F238E27FC236}">
                <a16:creationId xmlns:a16="http://schemas.microsoft.com/office/drawing/2014/main" id="{A2A5C876-DD37-B891-D189-96F9768E9F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202841"/>
              </p:ext>
            </p:extLst>
          </p:nvPr>
        </p:nvGraphicFramePr>
        <p:xfrm>
          <a:off x="169864" y="2006586"/>
          <a:ext cx="5699570" cy="50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101" name="Diagram 100">
            <a:extLst>
              <a:ext uri="{FF2B5EF4-FFF2-40B4-BE49-F238E27FC236}">
                <a16:creationId xmlns:a16="http://schemas.microsoft.com/office/drawing/2014/main" id="{7C8276C9-3753-77B6-D0BF-22C26775CA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7798874"/>
              </p:ext>
            </p:extLst>
          </p:nvPr>
        </p:nvGraphicFramePr>
        <p:xfrm>
          <a:off x="5983746" y="2006586"/>
          <a:ext cx="5699570" cy="50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</p:spTree>
    <p:extLst>
      <p:ext uri="{BB962C8B-B14F-4D97-AF65-F5344CB8AC3E}">
        <p14:creationId xmlns:p14="http://schemas.microsoft.com/office/powerpoint/2010/main" val="3325496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5BA8E-0881-B83C-4BD4-A98C0F43C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blue pie chart&#10;&#10;AI-generated content may be incorrect.">
            <a:extLst>
              <a:ext uri="{FF2B5EF4-FFF2-40B4-BE49-F238E27FC236}">
                <a16:creationId xmlns:a16="http://schemas.microsoft.com/office/drawing/2014/main" id="{CC71D5D8-6FB7-1698-7742-3C35B1223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69" y="4484394"/>
            <a:ext cx="2827200" cy="2160000"/>
          </a:xfrm>
          <a:prstGeom prst="rect">
            <a:avLst/>
          </a:prstGeom>
        </p:spPr>
      </p:pic>
      <p:pic>
        <p:nvPicPr>
          <p:cNvPr id="5" name="Picture 4" descr="A green and blue circle with a blue circle&#10;&#10;AI-generated content may be incorrect.">
            <a:extLst>
              <a:ext uri="{FF2B5EF4-FFF2-40B4-BE49-F238E27FC236}">
                <a16:creationId xmlns:a16="http://schemas.microsoft.com/office/drawing/2014/main" id="{F339C2E1-A95C-48EB-4FD4-C6ACD241D9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0503" y="4492308"/>
            <a:ext cx="2827200" cy="2160000"/>
          </a:xfrm>
          <a:prstGeom prst="rect">
            <a:avLst/>
          </a:prstGeom>
        </p:spPr>
      </p:pic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492B6278-9CC8-E586-F083-D13E6A048A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900" y="4492308"/>
            <a:ext cx="2827200" cy="2160000"/>
          </a:xfrm>
          <a:prstGeom prst="rect">
            <a:avLst/>
          </a:prstGeom>
        </p:spPr>
      </p:pic>
      <p:pic>
        <p:nvPicPr>
          <p:cNvPr id="9" name="Picture 8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2B0337F7-4E00-6328-8EB1-7DD8659337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479" y="4492308"/>
            <a:ext cx="2827200" cy="2160000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F3A36129-1053-46D1-1600-40EC47EA5163}"/>
              </a:ext>
            </a:extLst>
          </p:cNvPr>
          <p:cNvSpPr txBox="1">
            <a:spLocks/>
          </p:cNvSpPr>
          <p:nvPr/>
        </p:nvSpPr>
        <p:spPr>
          <a:xfrm>
            <a:off x="276910" y="300605"/>
            <a:ext cx="11430131" cy="707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en-GB" sz="1600" dirty="0">
                <a:solidFill>
                  <a:schemeClr val="tx1"/>
                </a:solidFill>
                <a:latin typeface="Montserrat" panose="00000500000000000000" pitchFamily="50" charset="0"/>
              </a:rPr>
              <a:t>Everyone Can</a:t>
            </a:r>
          </a:p>
        </p:txBody>
      </p:sp>
      <p:sp>
        <p:nvSpPr>
          <p:cNvPr id="46" name="Arrow: Pentagon 45">
            <a:extLst>
              <a:ext uri="{FF2B5EF4-FFF2-40B4-BE49-F238E27FC236}">
                <a16:creationId xmlns:a16="http://schemas.microsoft.com/office/drawing/2014/main" id="{D4230646-3B8C-70E8-A444-5D19F8D162C1}"/>
              </a:ext>
            </a:extLst>
          </p:cNvPr>
          <p:cNvSpPr/>
          <p:nvPr/>
        </p:nvSpPr>
        <p:spPr>
          <a:xfrm>
            <a:off x="167726" y="941982"/>
            <a:ext cx="5699570" cy="504000"/>
          </a:xfrm>
          <a:prstGeom prst="homePlate">
            <a:avLst/>
          </a:prstGeom>
          <a:solidFill>
            <a:srgbClr val="FD800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50" charset="0"/>
              </a:rPr>
              <a:t>Display</a:t>
            </a:r>
          </a:p>
        </p:txBody>
      </p:sp>
      <p:graphicFrame>
        <p:nvGraphicFramePr>
          <p:cNvPr id="42" name="Diagram 41">
            <a:extLst>
              <a:ext uri="{FF2B5EF4-FFF2-40B4-BE49-F238E27FC236}">
                <a16:creationId xmlns:a16="http://schemas.microsoft.com/office/drawing/2014/main" id="{53D7D73B-A250-C570-ED15-F58427F218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2952032"/>
              </p:ext>
            </p:extLst>
          </p:nvPr>
        </p:nvGraphicFramePr>
        <p:xfrm>
          <a:off x="167725" y="2518090"/>
          <a:ext cx="5699203" cy="1967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87" name="Arrow: Pentagon 86">
            <a:extLst>
              <a:ext uri="{FF2B5EF4-FFF2-40B4-BE49-F238E27FC236}">
                <a16:creationId xmlns:a16="http://schemas.microsoft.com/office/drawing/2014/main" id="{850FE275-A2EE-870A-943E-F9D2854ECCD8}"/>
              </a:ext>
            </a:extLst>
          </p:cNvPr>
          <p:cNvSpPr/>
          <p:nvPr/>
        </p:nvSpPr>
        <p:spPr>
          <a:xfrm>
            <a:off x="5983746" y="941982"/>
            <a:ext cx="5699570" cy="504000"/>
          </a:xfrm>
          <a:prstGeom prst="homePlate">
            <a:avLst/>
          </a:prstGeom>
          <a:solidFill>
            <a:srgbClr val="FD800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 b="1" dirty="0">
                <a:latin typeface="Montserrat" panose="00000500000000000000" pitchFamily="50" charset="0"/>
              </a:rPr>
              <a:t>Paid Social</a:t>
            </a:r>
          </a:p>
        </p:txBody>
      </p:sp>
      <p:graphicFrame>
        <p:nvGraphicFramePr>
          <p:cNvPr id="88" name="Diagram 87">
            <a:extLst>
              <a:ext uri="{FF2B5EF4-FFF2-40B4-BE49-F238E27FC236}">
                <a16:creationId xmlns:a16="http://schemas.microsoft.com/office/drawing/2014/main" id="{9136D8E9-C971-2FD3-6943-B08477045E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5239844"/>
              </p:ext>
            </p:extLst>
          </p:nvPr>
        </p:nvGraphicFramePr>
        <p:xfrm>
          <a:off x="5995322" y="2518090"/>
          <a:ext cx="5699203" cy="1967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99" name="Diagram 98">
            <a:extLst>
              <a:ext uri="{FF2B5EF4-FFF2-40B4-BE49-F238E27FC236}">
                <a16:creationId xmlns:a16="http://schemas.microsoft.com/office/drawing/2014/main" id="{8E71E51F-B989-FDF6-60A1-7ECADF0E3C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0112975"/>
              </p:ext>
            </p:extLst>
          </p:nvPr>
        </p:nvGraphicFramePr>
        <p:xfrm>
          <a:off x="1596000" y="1477185"/>
          <a:ext cx="9000000" cy="50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100" name="Diagram 99">
            <a:extLst>
              <a:ext uri="{FF2B5EF4-FFF2-40B4-BE49-F238E27FC236}">
                <a16:creationId xmlns:a16="http://schemas.microsoft.com/office/drawing/2014/main" id="{A5190EF2-C2F3-13CC-0D27-D594FBA0B9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6117966"/>
              </p:ext>
            </p:extLst>
          </p:nvPr>
        </p:nvGraphicFramePr>
        <p:xfrm>
          <a:off x="169864" y="2006586"/>
          <a:ext cx="5699570" cy="50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101" name="Diagram 100">
            <a:extLst>
              <a:ext uri="{FF2B5EF4-FFF2-40B4-BE49-F238E27FC236}">
                <a16:creationId xmlns:a16="http://schemas.microsoft.com/office/drawing/2014/main" id="{4E862ED7-04C3-C8CB-A1B1-7DB382A73D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599886"/>
              </p:ext>
            </p:extLst>
          </p:nvPr>
        </p:nvGraphicFramePr>
        <p:xfrm>
          <a:off x="5983746" y="2006586"/>
          <a:ext cx="5699570" cy="50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</p:spTree>
    <p:extLst>
      <p:ext uri="{BB962C8B-B14F-4D97-AF65-F5344CB8AC3E}">
        <p14:creationId xmlns:p14="http://schemas.microsoft.com/office/powerpoint/2010/main" val="974742621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ustom 44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C455FE"/>
      </a:accent1>
      <a:accent2>
        <a:srgbClr val="7562FE"/>
      </a:accent2>
      <a:accent3>
        <a:srgbClr val="00B5BD"/>
      </a:accent3>
      <a:accent4>
        <a:srgbClr val="0F9ED5"/>
      </a:accent4>
      <a:accent5>
        <a:srgbClr val="FA0F00"/>
      </a:accent5>
      <a:accent6>
        <a:srgbClr val="404040"/>
      </a:accent6>
      <a:hlink>
        <a:srgbClr val="467886"/>
      </a:hlink>
      <a:folHlink>
        <a:srgbClr val="96607D"/>
      </a:folHlink>
    </a:clrScheme>
    <a:fontScheme name="Adobe">
      <a:majorFont>
        <a:latin typeface="Adobe Clean ExtraBold"/>
        <a:ea typeface=""/>
        <a:cs typeface=""/>
      </a:majorFont>
      <a:minorFont>
        <a:latin typeface="Adobe Cle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6350">
          <a:solidFill>
            <a:schemeClr val="accent6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260</Words>
  <Application>Microsoft Office PowerPoint</Application>
  <PresentationFormat>Widescreen</PresentationFormat>
  <Paragraphs>61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Adobe Clean</vt:lpstr>
      <vt:lpstr>Aptos</vt:lpstr>
      <vt:lpstr>Arial</vt:lpstr>
      <vt:lpstr>Calibri</vt:lpstr>
      <vt:lpstr>Montserrat</vt:lpstr>
      <vt:lpstr>NIVEA Brand Type</vt:lpstr>
      <vt:lpstr>1_Custom Design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Khoder</dc:creator>
  <cp:lastModifiedBy>Sara Khoder</cp:lastModifiedBy>
  <cp:revision>1</cp:revision>
  <dcterms:created xsi:type="dcterms:W3CDTF">2025-12-10T17:09:04Z</dcterms:created>
  <dcterms:modified xsi:type="dcterms:W3CDTF">2025-12-11T21:00:14Z</dcterms:modified>
</cp:coreProperties>
</file>