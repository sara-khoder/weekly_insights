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200">
                <a:latin typeface="Montserrat"/>
              </a:rPr>
              <a:t>Acrobat Studio_Progression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44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Montserrat"/>
              </a:defRPr>
            </a:pPr>
            <a:r>
              <a:t>Contributes 0.7% of this campaign’s engaged visits this week.</a:t>
            </a:r>
            <a:br/>
            <a:br/>
            <a:r>
              <a:t>Engagement rate is 10.1% and moved up WoW.</a:t>
            </a:r>
            <a:br/>
            <a:br/>
            <a:r>
              <a:t>Highest contribution comes from **Ad You Like**.</a:t>
            </a:r>
          </a:p>
        </p:txBody>
      </p:sp>
      <p:pic>
        <p:nvPicPr>
          <p:cNvPr id="5" name="Picture 4" descr="_tmp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0" y="4492800"/>
            <a:ext cx="3017520" cy="2155371"/>
          </a:xfrm>
          <a:prstGeom prst="rect">
            <a:avLst/>
          </a:prstGeom>
        </p:spPr>
      </p:pic>
      <p:pic>
        <p:nvPicPr>
          <p:cNvPr id="6" name="Picture 5" descr="_tmp_tr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00" y="4492800"/>
            <a:ext cx="3017520" cy="2155371"/>
          </a:xfrm>
          <a:prstGeom prst="rect">
            <a:avLst/>
          </a:prstGeom>
        </p:spPr>
      </p:pic>
      <p:pic>
        <p:nvPicPr>
          <p:cNvPr id="7" name="Picture 6" descr="_tmp_e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800" y="4492800"/>
            <a:ext cx="3017520" cy="2155371"/>
          </a:xfrm>
          <a:prstGeom prst="rect">
            <a:avLst/>
          </a:prstGeom>
        </p:spPr>
      </p:pic>
      <p:pic>
        <p:nvPicPr>
          <p:cNvPr id="8" name="Picture 7" descr="_tmp_ev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600" y="4492800"/>
            <a:ext cx="3017520" cy="2155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